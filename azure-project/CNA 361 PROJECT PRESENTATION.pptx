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7"/>
  </p:notesMasterIdLst>
  <p:handoutMasterIdLst>
    <p:handoutMasterId r:id="rId28"/>
  </p:handoutMasterIdLst>
  <p:sldIdLst>
    <p:sldId id="296" r:id="rId5"/>
    <p:sldId id="319" r:id="rId6"/>
    <p:sldId id="297" r:id="rId7"/>
    <p:sldId id="314" r:id="rId8"/>
    <p:sldId id="315" r:id="rId9"/>
    <p:sldId id="316" r:id="rId10"/>
    <p:sldId id="317" r:id="rId11"/>
    <p:sldId id="318" r:id="rId12"/>
    <p:sldId id="298" r:id="rId13"/>
    <p:sldId id="308" r:id="rId14"/>
    <p:sldId id="320" r:id="rId15"/>
    <p:sldId id="307" r:id="rId16"/>
    <p:sldId id="300" r:id="rId17"/>
    <p:sldId id="309" r:id="rId18"/>
    <p:sldId id="310" r:id="rId19"/>
    <p:sldId id="311" r:id="rId20"/>
    <p:sldId id="312" r:id="rId21"/>
    <p:sldId id="313" r:id="rId22"/>
    <p:sldId id="304" r:id="rId23"/>
    <p:sldId id="321" r:id="rId24"/>
    <p:sldId id="279" r:id="rId25"/>
    <p:sldId id="287"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C567A"/>
    <a:srgbClr val="0D1D51"/>
    <a:srgbClr val="0072C7"/>
    <a:srgbClr val="6666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49916E-E6C7-4E9D-9F01-864B895CA940}" v="9" dt="2026-05-04T19:27:03.014"/>
  </p1510:revLst>
</p1510:revInfo>
</file>

<file path=ppt/tableStyles.xml><?xml version="1.0" encoding="utf-8"?>
<a:tblStyleLst xmlns:a="http://schemas.openxmlformats.org/drawingml/2006/main" def="{0E3FDE45-AF77-4B5C-9715-49D594BDF05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7887" autoAdjust="0"/>
  </p:normalViewPr>
  <p:slideViewPr>
    <p:cSldViewPr snapToGrid="0" showGuides="1">
      <p:cViewPr varScale="1">
        <p:scale>
          <a:sx n="58" d="100"/>
          <a:sy n="58" d="100"/>
        </p:scale>
        <p:origin x="77" y="370"/>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00" d="100"/>
          <a:sy n="100" d="100"/>
        </p:scale>
        <p:origin x="1560" y="-146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celo Mkhatshwa" userId="ba0c397501e8c166" providerId="LiveId" clId="{9A5A8FEE-4450-4D7C-A6FF-EA6070D8C261}"/>
    <pc:docChg chg="undo custSel addSld delSld modSld sldOrd">
      <pc:chgData name="Sicelo Mkhatshwa" userId="ba0c397501e8c166" providerId="LiveId" clId="{9A5A8FEE-4450-4D7C-A6FF-EA6070D8C261}" dt="2026-05-04T19:38:50.411" v="567" actId="2696"/>
      <pc:docMkLst>
        <pc:docMk/>
      </pc:docMkLst>
      <pc:sldChg chg="del">
        <pc:chgData name="Sicelo Mkhatshwa" userId="ba0c397501e8c166" providerId="LiveId" clId="{9A5A8FEE-4450-4D7C-A6FF-EA6070D8C261}" dt="2026-05-04T19:38:50.411" v="567" actId="2696"/>
        <pc:sldMkLst>
          <pc:docMk/>
          <pc:sldMk cId="643777997" sldId="280"/>
        </pc:sldMkLst>
      </pc:sldChg>
      <pc:sldChg chg="modSp mod">
        <pc:chgData name="Sicelo Mkhatshwa" userId="ba0c397501e8c166" providerId="LiveId" clId="{9A5A8FEE-4450-4D7C-A6FF-EA6070D8C261}" dt="2026-04-30T12:53:10.451" v="153" actId="14100"/>
        <pc:sldMkLst>
          <pc:docMk/>
          <pc:sldMk cId="3751616652" sldId="287"/>
        </pc:sldMkLst>
        <pc:spChg chg="mod">
          <ac:chgData name="Sicelo Mkhatshwa" userId="ba0c397501e8c166" providerId="LiveId" clId="{9A5A8FEE-4450-4D7C-A6FF-EA6070D8C261}" dt="2026-04-30T12:53:10.451" v="153" actId="14100"/>
          <ac:spMkLst>
            <pc:docMk/>
            <pc:sldMk cId="3751616652" sldId="287"/>
            <ac:spMk id="5" creationId="{22A0D7AA-8A21-B977-56ED-94406F29957C}"/>
          </ac:spMkLst>
        </pc:spChg>
      </pc:sldChg>
      <pc:sldChg chg="modSp mod">
        <pc:chgData name="Sicelo Mkhatshwa" userId="ba0c397501e8c166" providerId="LiveId" clId="{9A5A8FEE-4450-4D7C-A6FF-EA6070D8C261}" dt="2026-04-30T13:06:41.676" v="223" actId="1076"/>
        <pc:sldMkLst>
          <pc:docMk/>
          <pc:sldMk cId="1282633192" sldId="296"/>
        </pc:sldMkLst>
        <pc:spChg chg="mod">
          <ac:chgData name="Sicelo Mkhatshwa" userId="ba0c397501e8c166" providerId="LiveId" clId="{9A5A8FEE-4450-4D7C-A6FF-EA6070D8C261}" dt="2026-04-30T13:06:33.969" v="222" actId="1076"/>
          <ac:spMkLst>
            <pc:docMk/>
            <pc:sldMk cId="1282633192" sldId="296"/>
            <ac:spMk id="2" creationId="{998EF7BD-FE81-4B20-8DC5-0B3EB736F9F8}"/>
          </ac:spMkLst>
        </pc:spChg>
        <pc:spChg chg="mod">
          <ac:chgData name="Sicelo Mkhatshwa" userId="ba0c397501e8c166" providerId="LiveId" clId="{9A5A8FEE-4450-4D7C-A6FF-EA6070D8C261}" dt="2026-04-30T13:06:41.676" v="223" actId="1076"/>
          <ac:spMkLst>
            <pc:docMk/>
            <pc:sldMk cId="1282633192" sldId="296"/>
            <ac:spMk id="3" creationId="{1AFF0EFE-C50F-44EB-8978-B97795477C9E}"/>
          </ac:spMkLst>
        </pc:spChg>
      </pc:sldChg>
      <pc:sldChg chg="modSp mod">
        <pc:chgData name="Sicelo Mkhatshwa" userId="ba0c397501e8c166" providerId="LiveId" clId="{9A5A8FEE-4450-4D7C-A6FF-EA6070D8C261}" dt="2026-05-04T14:27:31.282" v="409" actId="14100"/>
        <pc:sldMkLst>
          <pc:docMk/>
          <pc:sldMk cId="3018507327" sldId="297"/>
        </pc:sldMkLst>
        <pc:spChg chg="mod">
          <ac:chgData name="Sicelo Mkhatshwa" userId="ba0c397501e8c166" providerId="LiveId" clId="{9A5A8FEE-4450-4D7C-A6FF-EA6070D8C261}" dt="2026-05-04T14:27:31.282" v="409" actId="14100"/>
          <ac:spMkLst>
            <pc:docMk/>
            <pc:sldMk cId="3018507327" sldId="297"/>
            <ac:spMk id="2" creationId="{43C2181D-911C-1343-7267-E35AC86CCA0E}"/>
          </ac:spMkLst>
        </pc:spChg>
        <pc:spChg chg="mod">
          <ac:chgData name="Sicelo Mkhatshwa" userId="ba0c397501e8c166" providerId="LiveId" clId="{9A5A8FEE-4450-4D7C-A6FF-EA6070D8C261}" dt="2026-05-04T14:27:27.796" v="408" actId="1076"/>
          <ac:spMkLst>
            <pc:docMk/>
            <pc:sldMk cId="3018507327" sldId="297"/>
            <ac:spMk id="3" creationId="{9BEA8735-F1DC-1DE6-0A38-429B2F660F8A}"/>
          </ac:spMkLst>
        </pc:spChg>
      </pc:sldChg>
      <pc:sldChg chg="modSp mod ord">
        <pc:chgData name="Sicelo Mkhatshwa" userId="ba0c397501e8c166" providerId="LiveId" clId="{9A5A8FEE-4450-4D7C-A6FF-EA6070D8C261}" dt="2026-05-04T19:17:51.149" v="439" actId="14100"/>
        <pc:sldMkLst>
          <pc:docMk/>
          <pc:sldMk cId="873123549" sldId="298"/>
        </pc:sldMkLst>
        <pc:spChg chg="mod">
          <ac:chgData name="Sicelo Mkhatshwa" userId="ba0c397501e8c166" providerId="LiveId" clId="{9A5A8FEE-4450-4D7C-A6FF-EA6070D8C261}" dt="2026-05-04T19:17:51.149" v="439" actId="14100"/>
          <ac:spMkLst>
            <pc:docMk/>
            <pc:sldMk cId="873123549" sldId="298"/>
            <ac:spMk id="2" creationId="{D6D8754E-F76B-2AE5-7341-11E47A5F3B3A}"/>
          </ac:spMkLst>
        </pc:spChg>
        <pc:spChg chg="mod">
          <ac:chgData name="Sicelo Mkhatshwa" userId="ba0c397501e8c166" providerId="LiveId" clId="{9A5A8FEE-4450-4D7C-A6FF-EA6070D8C261}" dt="2026-05-04T19:17:47.201" v="438" actId="1076"/>
          <ac:spMkLst>
            <pc:docMk/>
            <pc:sldMk cId="873123549" sldId="298"/>
            <ac:spMk id="3" creationId="{FEA0A455-FF87-9406-EC81-939845D93783}"/>
          </ac:spMkLst>
        </pc:spChg>
      </pc:sldChg>
      <pc:sldChg chg="addSp delSp modSp mod">
        <pc:chgData name="Sicelo Mkhatshwa" userId="ba0c397501e8c166" providerId="LiveId" clId="{9A5A8FEE-4450-4D7C-A6FF-EA6070D8C261}" dt="2026-05-04T19:28:35.037" v="540" actId="1582"/>
        <pc:sldMkLst>
          <pc:docMk/>
          <pc:sldMk cId="403406529" sldId="300"/>
        </pc:sldMkLst>
        <pc:spChg chg="add mod">
          <ac:chgData name="Sicelo Mkhatshwa" userId="ba0c397501e8c166" providerId="LiveId" clId="{9A5A8FEE-4450-4D7C-A6FF-EA6070D8C261}" dt="2026-05-04T19:28:35.037" v="540" actId="1582"/>
          <ac:spMkLst>
            <pc:docMk/>
            <pc:sldMk cId="403406529" sldId="300"/>
            <ac:spMk id="3" creationId="{18691986-3ADA-BD39-F8F0-8034C010EA77}"/>
          </ac:spMkLst>
        </pc:spChg>
        <pc:graphicFrameChg chg="mod">
          <ac:chgData name="Sicelo Mkhatshwa" userId="ba0c397501e8c166" providerId="LiveId" clId="{9A5A8FEE-4450-4D7C-A6FF-EA6070D8C261}" dt="2026-04-30T13:24:16.798" v="294" actId="1076"/>
          <ac:graphicFrameMkLst>
            <pc:docMk/>
            <pc:sldMk cId="403406529" sldId="300"/>
            <ac:graphicFrameMk id="6" creationId="{E7E8A31A-6084-94B8-7184-191BE58F5B1D}"/>
          </ac:graphicFrameMkLst>
        </pc:graphicFrameChg>
        <pc:picChg chg="add mod modCrop">
          <ac:chgData name="Sicelo Mkhatshwa" userId="ba0c397501e8c166" providerId="LiveId" clId="{9A5A8FEE-4450-4D7C-A6FF-EA6070D8C261}" dt="2026-04-30T13:24:08.113" v="293" actId="1076"/>
          <ac:picMkLst>
            <pc:docMk/>
            <pc:sldMk cId="403406529" sldId="300"/>
            <ac:picMk id="9" creationId="{2EA8D37A-416C-CBA9-281E-24894B369627}"/>
          </ac:picMkLst>
        </pc:picChg>
      </pc:sldChg>
      <pc:sldChg chg="addSp delSp modSp new mod">
        <pc:chgData name="Sicelo Mkhatshwa" userId="ba0c397501e8c166" providerId="LiveId" clId="{9A5A8FEE-4450-4D7C-A6FF-EA6070D8C261}" dt="2026-05-04T19:27:45.393" v="536" actId="1076"/>
        <pc:sldMkLst>
          <pc:docMk/>
          <pc:sldMk cId="1206179278" sldId="307"/>
        </pc:sldMkLst>
        <pc:spChg chg="mod">
          <ac:chgData name="Sicelo Mkhatshwa" userId="ba0c397501e8c166" providerId="LiveId" clId="{9A5A8FEE-4450-4D7C-A6FF-EA6070D8C261}" dt="2026-05-04T19:25:37.257" v="510" actId="1076"/>
          <ac:spMkLst>
            <pc:docMk/>
            <pc:sldMk cId="1206179278" sldId="307"/>
            <ac:spMk id="2" creationId="{5AF50EA9-4F10-B30C-74A3-DE1DF730DA0B}"/>
          </ac:spMkLst>
        </pc:spChg>
        <pc:spChg chg="mod">
          <ac:chgData name="Sicelo Mkhatshwa" userId="ba0c397501e8c166" providerId="LiveId" clId="{9A5A8FEE-4450-4D7C-A6FF-EA6070D8C261}" dt="2026-05-04T19:26:30.094" v="526" actId="20577"/>
          <ac:spMkLst>
            <pc:docMk/>
            <pc:sldMk cId="1206179278" sldId="307"/>
            <ac:spMk id="3" creationId="{C291C9E4-AA8F-C7DB-B963-8BD73B90B95E}"/>
          </ac:spMkLst>
        </pc:spChg>
        <pc:spChg chg="add mod">
          <ac:chgData name="Sicelo Mkhatshwa" userId="ba0c397501e8c166" providerId="LiveId" clId="{9A5A8FEE-4450-4D7C-A6FF-EA6070D8C261}" dt="2026-05-04T19:27:45.393" v="536" actId="1076"/>
          <ac:spMkLst>
            <pc:docMk/>
            <pc:sldMk cId="1206179278" sldId="307"/>
            <ac:spMk id="4" creationId="{19DACFF9-4D14-6063-6D5E-0BA91181ACED}"/>
          </ac:spMkLst>
        </pc:spChg>
        <pc:picChg chg="add mod ord modCrop">
          <ac:chgData name="Sicelo Mkhatshwa" userId="ba0c397501e8c166" providerId="LiveId" clId="{9A5A8FEE-4450-4D7C-A6FF-EA6070D8C261}" dt="2026-05-04T19:26:12.714" v="516" actId="1076"/>
          <ac:picMkLst>
            <pc:docMk/>
            <pc:sldMk cId="1206179278" sldId="307"/>
            <ac:picMk id="13" creationId="{7175B897-0FAA-EFEC-8FD3-1658D6694811}"/>
          </ac:picMkLst>
        </pc:picChg>
      </pc:sldChg>
      <pc:sldChg chg="addSp delSp modSp new mod ord">
        <pc:chgData name="Sicelo Mkhatshwa" userId="ba0c397501e8c166" providerId="LiveId" clId="{9A5A8FEE-4450-4D7C-A6FF-EA6070D8C261}" dt="2026-04-30T13:05:28.901" v="219"/>
        <pc:sldMkLst>
          <pc:docMk/>
          <pc:sldMk cId="2320572668" sldId="308"/>
        </pc:sldMkLst>
        <pc:spChg chg="mod">
          <ac:chgData name="Sicelo Mkhatshwa" userId="ba0c397501e8c166" providerId="LiveId" clId="{9A5A8FEE-4450-4D7C-A6FF-EA6070D8C261}" dt="2026-04-30T12:42:54.941" v="65" actId="1076"/>
          <ac:spMkLst>
            <pc:docMk/>
            <pc:sldMk cId="2320572668" sldId="308"/>
            <ac:spMk id="2" creationId="{00E0BBAC-2D99-3FED-2464-B7951A21D6DB}"/>
          </ac:spMkLst>
        </pc:spChg>
        <pc:picChg chg="add mod ord">
          <ac:chgData name="Sicelo Mkhatshwa" userId="ba0c397501e8c166" providerId="LiveId" clId="{9A5A8FEE-4450-4D7C-A6FF-EA6070D8C261}" dt="2026-04-30T12:43:03.286" v="67" actId="14100"/>
          <ac:picMkLst>
            <pc:docMk/>
            <pc:sldMk cId="2320572668" sldId="308"/>
            <ac:picMk id="6" creationId="{5C744629-254D-40C0-330A-1E325365B165}"/>
          </ac:picMkLst>
        </pc:picChg>
      </pc:sldChg>
      <pc:sldChg chg="addSp delSp modSp new mod">
        <pc:chgData name="Sicelo Mkhatshwa" userId="ba0c397501e8c166" providerId="LiveId" clId="{9A5A8FEE-4450-4D7C-A6FF-EA6070D8C261}" dt="2026-05-04T19:28:50.855" v="541" actId="113"/>
        <pc:sldMkLst>
          <pc:docMk/>
          <pc:sldMk cId="2742836055" sldId="309"/>
        </pc:sldMkLst>
        <pc:spChg chg="mod">
          <ac:chgData name="Sicelo Mkhatshwa" userId="ba0c397501e8c166" providerId="LiveId" clId="{9A5A8FEE-4450-4D7C-A6FF-EA6070D8C261}" dt="2026-04-30T12:46:15.946" v="80" actId="14100"/>
          <ac:spMkLst>
            <pc:docMk/>
            <pc:sldMk cId="2742836055" sldId="309"/>
            <ac:spMk id="2" creationId="{ED362F3E-63E6-9995-B10C-AB47163182AD}"/>
          </ac:spMkLst>
        </pc:spChg>
        <pc:spChg chg="mod">
          <ac:chgData name="Sicelo Mkhatshwa" userId="ba0c397501e8c166" providerId="LiveId" clId="{9A5A8FEE-4450-4D7C-A6FF-EA6070D8C261}" dt="2026-05-04T19:28:50.855" v="541" actId="113"/>
          <ac:spMkLst>
            <pc:docMk/>
            <pc:sldMk cId="2742836055" sldId="309"/>
            <ac:spMk id="3" creationId="{B07B93DC-B7A9-ED8F-4E75-6937C2FD4978}"/>
          </ac:spMkLst>
        </pc:spChg>
        <pc:picChg chg="add mod ord">
          <ac:chgData name="Sicelo Mkhatshwa" userId="ba0c397501e8c166" providerId="LiveId" clId="{9A5A8FEE-4450-4D7C-A6FF-EA6070D8C261}" dt="2026-04-30T13:16:32.346" v="279" actId="14100"/>
          <ac:picMkLst>
            <pc:docMk/>
            <pc:sldMk cId="2742836055" sldId="309"/>
            <ac:picMk id="7" creationId="{8725300A-1195-D470-095A-DABA95863C82}"/>
          </ac:picMkLst>
        </pc:picChg>
      </pc:sldChg>
      <pc:sldChg chg="addSp delSp modSp add mod">
        <pc:chgData name="Sicelo Mkhatshwa" userId="ba0c397501e8c166" providerId="LiveId" clId="{9A5A8FEE-4450-4D7C-A6FF-EA6070D8C261}" dt="2026-04-30T13:11:29.805" v="242" actId="1076"/>
        <pc:sldMkLst>
          <pc:docMk/>
          <pc:sldMk cId="136630141" sldId="310"/>
        </pc:sldMkLst>
        <pc:spChg chg="mod">
          <ac:chgData name="Sicelo Mkhatshwa" userId="ba0c397501e8c166" providerId="LiveId" clId="{9A5A8FEE-4450-4D7C-A6FF-EA6070D8C261}" dt="2026-04-30T12:47:28.259" v="86" actId="14100"/>
          <ac:spMkLst>
            <pc:docMk/>
            <pc:sldMk cId="136630141" sldId="310"/>
            <ac:spMk id="2" creationId="{D4EFF9AB-7747-C380-19AB-3B382FD72687}"/>
          </ac:spMkLst>
        </pc:spChg>
        <pc:spChg chg="mod">
          <ac:chgData name="Sicelo Mkhatshwa" userId="ba0c397501e8c166" providerId="LiveId" clId="{9A5A8FEE-4450-4D7C-A6FF-EA6070D8C261}" dt="2026-04-30T12:48:23.519" v="105" actId="12"/>
          <ac:spMkLst>
            <pc:docMk/>
            <pc:sldMk cId="136630141" sldId="310"/>
            <ac:spMk id="3" creationId="{35458EF3-7B3E-A7D7-90A5-F992FB7CA82D}"/>
          </ac:spMkLst>
        </pc:spChg>
        <pc:picChg chg="add mod ord">
          <ac:chgData name="Sicelo Mkhatshwa" userId="ba0c397501e8c166" providerId="LiveId" clId="{9A5A8FEE-4450-4D7C-A6FF-EA6070D8C261}" dt="2026-04-30T13:11:29.805" v="242" actId="1076"/>
          <ac:picMkLst>
            <pc:docMk/>
            <pc:sldMk cId="136630141" sldId="310"/>
            <ac:picMk id="7" creationId="{54909AFC-335D-E3AE-40DB-D33CC90735E8}"/>
          </ac:picMkLst>
        </pc:picChg>
      </pc:sldChg>
      <pc:sldChg chg="addSp delSp modSp add mod">
        <pc:chgData name="Sicelo Mkhatshwa" userId="ba0c397501e8c166" providerId="LiveId" clId="{9A5A8FEE-4450-4D7C-A6FF-EA6070D8C261}" dt="2026-04-30T13:15:24.143" v="273" actId="14100"/>
        <pc:sldMkLst>
          <pc:docMk/>
          <pc:sldMk cId="695759866" sldId="311"/>
        </pc:sldMkLst>
        <pc:spChg chg="mod">
          <ac:chgData name="Sicelo Mkhatshwa" userId="ba0c397501e8c166" providerId="LiveId" clId="{9A5A8FEE-4450-4D7C-A6FF-EA6070D8C261}" dt="2026-04-30T12:48:44.937" v="107" actId="14100"/>
          <ac:spMkLst>
            <pc:docMk/>
            <pc:sldMk cId="695759866" sldId="311"/>
            <ac:spMk id="2" creationId="{EFFBA58F-4718-8759-F805-5F55001662CE}"/>
          </ac:spMkLst>
        </pc:spChg>
        <pc:spChg chg="mod">
          <ac:chgData name="Sicelo Mkhatshwa" userId="ba0c397501e8c166" providerId="LiveId" clId="{9A5A8FEE-4450-4D7C-A6FF-EA6070D8C261}" dt="2026-04-30T12:49:19.091" v="112" actId="27636"/>
          <ac:spMkLst>
            <pc:docMk/>
            <pc:sldMk cId="695759866" sldId="311"/>
            <ac:spMk id="3" creationId="{A94BB419-4E20-133C-86EC-383322D62EF3}"/>
          </ac:spMkLst>
        </pc:spChg>
        <pc:picChg chg="add mod ord">
          <ac:chgData name="Sicelo Mkhatshwa" userId="ba0c397501e8c166" providerId="LiveId" clId="{9A5A8FEE-4450-4D7C-A6FF-EA6070D8C261}" dt="2026-04-30T13:15:24.143" v="273" actId="14100"/>
          <ac:picMkLst>
            <pc:docMk/>
            <pc:sldMk cId="695759866" sldId="311"/>
            <ac:picMk id="11" creationId="{867969E6-6274-2320-58D6-2EED1230F63D}"/>
          </ac:picMkLst>
        </pc:picChg>
        <pc:picChg chg="add mod">
          <ac:chgData name="Sicelo Mkhatshwa" userId="ba0c397501e8c166" providerId="LiveId" clId="{9A5A8FEE-4450-4D7C-A6FF-EA6070D8C261}" dt="2026-04-30T13:15:19.912" v="272" actId="1076"/>
          <ac:picMkLst>
            <pc:docMk/>
            <pc:sldMk cId="695759866" sldId="311"/>
            <ac:picMk id="13" creationId="{BA6E37E8-E0A2-39AB-2697-F16293F55A3E}"/>
          </ac:picMkLst>
        </pc:picChg>
      </pc:sldChg>
      <pc:sldChg chg="addSp delSp modSp new mod">
        <pc:chgData name="Sicelo Mkhatshwa" userId="ba0c397501e8c166" providerId="LiveId" clId="{9A5A8FEE-4450-4D7C-A6FF-EA6070D8C261}" dt="2026-04-30T13:34:14.681" v="304" actId="1076"/>
        <pc:sldMkLst>
          <pc:docMk/>
          <pc:sldMk cId="2230324719" sldId="312"/>
        </pc:sldMkLst>
        <pc:spChg chg="mod">
          <ac:chgData name="Sicelo Mkhatshwa" userId="ba0c397501e8c166" providerId="LiveId" clId="{9A5A8FEE-4450-4D7C-A6FF-EA6070D8C261}" dt="2026-04-30T12:50:28.726" v="120" actId="14100"/>
          <ac:spMkLst>
            <pc:docMk/>
            <pc:sldMk cId="2230324719" sldId="312"/>
            <ac:spMk id="2" creationId="{CC46DA4F-3FF2-1EC1-D69D-A711ABC7CBA1}"/>
          </ac:spMkLst>
        </pc:spChg>
        <pc:spChg chg="mod">
          <ac:chgData name="Sicelo Mkhatshwa" userId="ba0c397501e8c166" providerId="LiveId" clId="{9A5A8FEE-4450-4D7C-A6FF-EA6070D8C261}" dt="2026-04-30T12:51:06.866" v="131" actId="14100"/>
          <ac:spMkLst>
            <pc:docMk/>
            <pc:sldMk cId="2230324719" sldId="312"/>
            <ac:spMk id="3" creationId="{D27680BA-D7A3-D83E-2F48-C63D1BEE0542}"/>
          </ac:spMkLst>
        </pc:spChg>
        <pc:picChg chg="add mod ord">
          <ac:chgData name="Sicelo Mkhatshwa" userId="ba0c397501e8c166" providerId="LiveId" clId="{9A5A8FEE-4450-4D7C-A6FF-EA6070D8C261}" dt="2026-04-30T13:34:10.860" v="303" actId="1076"/>
          <ac:picMkLst>
            <pc:docMk/>
            <pc:sldMk cId="2230324719" sldId="312"/>
            <ac:picMk id="7" creationId="{5072DCB6-02B7-26CB-5D2E-DD34710C3B28}"/>
          </ac:picMkLst>
        </pc:picChg>
        <pc:picChg chg="add mod">
          <ac:chgData name="Sicelo Mkhatshwa" userId="ba0c397501e8c166" providerId="LiveId" clId="{9A5A8FEE-4450-4D7C-A6FF-EA6070D8C261}" dt="2026-04-30T13:34:14.681" v="304" actId="1076"/>
          <ac:picMkLst>
            <pc:docMk/>
            <pc:sldMk cId="2230324719" sldId="312"/>
            <ac:picMk id="9" creationId="{EA3AFC49-748C-6C75-EFEA-BD5E5E4844BE}"/>
          </ac:picMkLst>
        </pc:picChg>
      </pc:sldChg>
      <pc:sldChg chg="addSp delSp modSp new mod">
        <pc:chgData name="Sicelo Mkhatshwa" userId="ba0c397501e8c166" providerId="LiveId" clId="{9A5A8FEE-4450-4D7C-A6FF-EA6070D8C261}" dt="2026-04-30T13:37:56.050" v="338" actId="12"/>
        <pc:sldMkLst>
          <pc:docMk/>
          <pc:sldMk cId="1089827603" sldId="313"/>
        </pc:sldMkLst>
        <pc:spChg chg="mod">
          <ac:chgData name="Sicelo Mkhatshwa" userId="ba0c397501e8c166" providerId="LiveId" clId="{9A5A8FEE-4450-4D7C-A6FF-EA6070D8C261}" dt="2026-04-30T13:36:58.634" v="331" actId="1076"/>
          <ac:spMkLst>
            <pc:docMk/>
            <pc:sldMk cId="1089827603" sldId="313"/>
            <ac:spMk id="2" creationId="{37E88887-D2A2-7EA1-164E-8D03C2A83A14}"/>
          </ac:spMkLst>
        </pc:spChg>
        <pc:spChg chg="mod">
          <ac:chgData name="Sicelo Mkhatshwa" userId="ba0c397501e8c166" providerId="LiveId" clId="{9A5A8FEE-4450-4D7C-A6FF-EA6070D8C261}" dt="2026-04-30T13:37:56.050" v="338" actId="12"/>
          <ac:spMkLst>
            <pc:docMk/>
            <pc:sldMk cId="1089827603" sldId="313"/>
            <ac:spMk id="3" creationId="{24844E48-932D-FE38-635D-2B43F20C2E21}"/>
          </ac:spMkLst>
        </pc:spChg>
        <pc:picChg chg="add mod ord modCrop">
          <ac:chgData name="Sicelo Mkhatshwa" userId="ba0c397501e8c166" providerId="LiveId" clId="{9A5A8FEE-4450-4D7C-A6FF-EA6070D8C261}" dt="2026-04-30T13:36:46.422" v="330" actId="1076"/>
          <ac:picMkLst>
            <pc:docMk/>
            <pc:sldMk cId="1089827603" sldId="313"/>
            <ac:picMk id="7" creationId="{9ECCB41E-FD7F-A91C-1F5A-45FC41F124D8}"/>
          </ac:picMkLst>
        </pc:picChg>
        <pc:picChg chg="add mod">
          <ac:chgData name="Sicelo Mkhatshwa" userId="ba0c397501e8c166" providerId="LiveId" clId="{9A5A8FEE-4450-4D7C-A6FF-EA6070D8C261}" dt="2026-04-30T13:37:25.705" v="337" actId="1076"/>
          <ac:picMkLst>
            <pc:docMk/>
            <pc:sldMk cId="1089827603" sldId="313"/>
            <ac:picMk id="9" creationId="{C401AEC6-1BFC-A107-501A-547969D99C67}"/>
          </ac:picMkLst>
        </pc:picChg>
      </pc:sldChg>
      <pc:sldChg chg="modSp new mod">
        <pc:chgData name="Sicelo Mkhatshwa" userId="ba0c397501e8c166" providerId="LiveId" clId="{9A5A8FEE-4450-4D7C-A6FF-EA6070D8C261}" dt="2026-05-04T14:32:29.451" v="413" actId="27636"/>
        <pc:sldMkLst>
          <pc:docMk/>
          <pc:sldMk cId="3913773417" sldId="314"/>
        </pc:sldMkLst>
        <pc:spChg chg="mod">
          <ac:chgData name="Sicelo Mkhatshwa" userId="ba0c397501e8c166" providerId="LiveId" clId="{9A5A8FEE-4450-4D7C-A6FF-EA6070D8C261}" dt="2026-04-30T13:04:30.520" v="171" actId="20577"/>
          <ac:spMkLst>
            <pc:docMk/>
            <pc:sldMk cId="3913773417" sldId="314"/>
            <ac:spMk id="2" creationId="{E86F9941-D17C-449A-B7E4-1B9AD8F9EDE6}"/>
          </ac:spMkLst>
        </pc:spChg>
        <pc:spChg chg="mod">
          <ac:chgData name="Sicelo Mkhatshwa" userId="ba0c397501e8c166" providerId="LiveId" clId="{9A5A8FEE-4450-4D7C-A6FF-EA6070D8C261}" dt="2026-05-04T14:32:29.451" v="413" actId="27636"/>
          <ac:spMkLst>
            <pc:docMk/>
            <pc:sldMk cId="3913773417" sldId="314"/>
            <ac:spMk id="3" creationId="{EE4CFC1F-96E1-5640-326B-2730CDE5CDB6}"/>
          </ac:spMkLst>
        </pc:spChg>
      </pc:sldChg>
      <pc:sldChg chg="modSp add mod">
        <pc:chgData name="Sicelo Mkhatshwa" userId="ba0c397501e8c166" providerId="LiveId" clId="{9A5A8FEE-4450-4D7C-A6FF-EA6070D8C261}" dt="2026-05-04T14:33:00.619" v="417" actId="27636"/>
        <pc:sldMkLst>
          <pc:docMk/>
          <pc:sldMk cId="4075248947" sldId="315"/>
        </pc:sldMkLst>
        <pc:spChg chg="mod">
          <ac:chgData name="Sicelo Mkhatshwa" userId="ba0c397501e8c166" providerId="LiveId" clId="{9A5A8FEE-4450-4D7C-A6FF-EA6070D8C261}" dt="2026-04-30T13:04:38.339" v="182" actId="20577"/>
          <ac:spMkLst>
            <pc:docMk/>
            <pc:sldMk cId="4075248947" sldId="315"/>
            <ac:spMk id="2" creationId="{C9CA8606-327B-217C-EA61-C589477E7D6B}"/>
          </ac:spMkLst>
        </pc:spChg>
        <pc:spChg chg="mod">
          <ac:chgData name="Sicelo Mkhatshwa" userId="ba0c397501e8c166" providerId="LiveId" clId="{9A5A8FEE-4450-4D7C-A6FF-EA6070D8C261}" dt="2026-05-04T14:33:00.619" v="417" actId="27636"/>
          <ac:spMkLst>
            <pc:docMk/>
            <pc:sldMk cId="4075248947" sldId="315"/>
            <ac:spMk id="3" creationId="{52019AE6-1DCA-1B1E-F260-C27C2872CA95}"/>
          </ac:spMkLst>
        </pc:spChg>
      </pc:sldChg>
      <pc:sldChg chg="modSp add mod">
        <pc:chgData name="Sicelo Mkhatshwa" userId="ba0c397501e8c166" providerId="LiveId" clId="{9A5A8FEE-4450-4D7C-A6FF-EA6070D8C261}" dt="2026-05-04T16:29:48.613" v="422" actId="27636"/>
        <pc:sldMkLst>
          <pc:docMk/>
          <pc:sldMk cId="601487277" sldId="316"/>
        </pc:sldMkLst>
        <pc:spChg chg="mod">
          <ac:chgData name="Sicelo Mkhatshwa" userId="ba0c397501e8c166" providerId="LiveId" clId="{9A5A8FEE-4450-4D7C-A6FF-EA6070D8C261}" dt="2026-04-30T13:04:45.027" v="193" actId="20577"/>
          <ac:spMkLst>
            <pc:docMk/>
            <pc:sldMk cId="601487277" sldId="316"/>
            <ac:spMk id="2" creationId="{83614B59-676C-995B-F1B5-BA031C2EFAFA}"/>
          </ac:spMkLst>
        </pc:spChg>
        <pc:spChg chg="mod">
          <ac:chgData name="Sicelo Mkhatshwa" userId="ba0c397501e8c166" providerId="LiveId" clId="{9A5A8FEE-4450-4D7C-A6FF-EA6070D8C261}" dt="2026-05-04T16:29:48.613" v="422" actId="27636"/>
          <ac:spMkLst>
            <pc:docMk/>
            <pc:sldMk cId="601487277" sldId="316"/>
            <ac:spMk id="3" creationId="{47CE4346-4F85-80F9-A6EE-0E7B63F52C4F}"/>
          </ac:spMkLst>
        </pc:spChg>
      </pc:sldChg>
      <pc:sldChg chg="modSp add mod">
        <pc:chgData name="Sicelo Mkhatshwa" userId="ba0c397501e8c166" providerId="LiveId" clId="{9A5A8FEE-4450-4D7C-A6FF-EA6070D8C261}" dt="2026-05-04T16:30:10.522" v="426" actId="27636"/>
        <pc:sldMkLst>
          <pc:docMk/>
          <pc:sldMk cId="1657967192" sldId="317"/>
        </pc:sldMkLst>
        <pc:spChg chg="mod">
          <ac:chgData name="Sicelo Mkhatshwa" userId="ba0c397501e8c166" providerId="LiveId" clId="{9A5A8FEE-4450-4D7C-A6FF-EA6070D8C261}" dt="2026-04-30T13:04:51.725" v="204" actId="20577"/>
          <ac:spMkLst>
            <pc:docMk/>
            <pc:sldMk cId="1657967192" sldId="317"/>
            <ac:spMk id="2" creationId="{96E61A0E-3829-18DE-38FC-8A9FB4E8AB09}"/>
          </ac:spMkLst>
        </pc:spChg>
        <pc:spChg chg="mod">
          <ac:chgData name="Sicelo Mkhatshwa" userId="ba0c397501e8c166" providerId="LiveId" clId="{9A5A8FEE-4450-4D7C-A6FF-EA6070D8C261}" dt="2026-05-04T16:30:10.522" v="426" actId="27636"/>
          <ac:spMkLst>
            <pc:docMk/>
            <pc:sldMk cId="1657967192" sldId="317"/>
            <ac:spMk id="3" creationId="{A2D76DAE-4E99-D206-EB57-095C592F8C95}"/>
          </ac:spMkLst>
        </pc:spChg>
      </pc:sldChg>
      <pc:sldChg chg="modSp add mod">
        <pc:chgData name="Sicelo Mkhatshwa" userId="ba0c397501e8c166" providerId="LiveId" clId="{9A5A8FEE-4450-4D7C-A6FF-EA6070D8C261}" dt="2026-05-04T16:30:40.339" v="430" actId="27636"/>
        <pc:sldMkLst>
          <pc:docMk/>
          <pc:sldMk cId="3477235499" sldId="318"/>
        </pc:sldMkLst>
        <pc:spChg chg="mod">
          <ac:chgData name="Sicelo Mkhatshwa" userId="ba0c397501e8c166" providerId="LiveId" clId="{9A5A8FEE-4450-4D7C-A6FF-EA6070D8C261}" dt="2026-04-30T13:04:59.132" v="215" actId="20577"/>
          <ac:spMkLst>
            <pc:docMk/>
            <pc:sldMk cId="3477235499" sldId="318"/>
            <ac:spMk id="2" creationId="{E2FC5D6C-4BD1-2DAE-38FC-236A2CD0F5E9}"/>
          </ac:spMkLst>
        </pc:spChg>
        <pc:spChg chg="mod">
          <ac:chgData name="Sicelo Mkhatshwa" userId="ba0c397501e8c166" providerId="LiveId" clId="{9A5A8FEE-4450-4D7C-A6FF-EA6070D8C261}" dt="2026-05-04T16:30:40.339" v="430" actId="27636"/>
          <ac:spMkLst>
            <pc:docMk/>
            <pc:sldMk cId="3477235499" sldId="318"/>
            <ac:spMk id="3" creationId="{1149ABC2-2CFA-A0BD-8DA0-D0652B338E05}"/>
          </ac:spMkLst>
        </pc:spChg>
      </pc:sldChg>
      <pc:sldChg chg="modSp new mod">
        <pc:chgData name="Sicelo Mkhatshwa" userId="ba0c397501e8c166" providerId="LiveId" clId="{9A5A8FEE-4450-4D7C-A6FF-EA6070D8C261}" dt="2026-05-04T13:52:44.137" v="397" actId="1076"/>
        <pc:sldMkLst>
          <pc:docMk/>
          <pc:sldMk cId="703910233" sldId="319"/>
        </pc:sldMkLst>
        <pc:spChg chg="mod">
          <ac:chgData name="Sicelo Mkhatshwa" userId="ba0c397501e8c166" providerId="LiveId" clId="{9A5A8FEE-4450-4D7C-A6FF-EA6070D8C261}" dt="2026-05-04T13:50:59.858" v="350" actId="20577"/>
          <ac:spMkLst>
            <pc:docMk/>
            <pc:sldMk cId="703910233" sldId="319"/>
            <ac:spMk id="2" creationId="{26445D2E-8FB6-5DAB-C089-AA457947D4B2}"/>
          </ac:spMkLst>
        </pc:spChg>
        <pc:spChg chg="mod">
          <ac:chgData name="Sicelo Mkhatshwa" userId="ba0c397501e8c166" providerId="LiveId" clId="{9A5A8FEE-4450-4D7C-A6FF-EA6070D8C261}" dt="2026-05-04T13:52:44.137" v="397" actId="1076"/>
          <ac:spMkLst>
            <pc:docMk/>
            <pc:sldMk cId="703910233" sldId="319"/>
            <ac:spMk id="3" creationId="{FED8B20D-B263-1F08-98E0-D773505D61A1}"/>
          </ac:spMkLst>
        </pc:spChg>
      </pc:sldChg>
      <pc:sldChg chg="addSp delSp modSp new mod">
        <pc:chgData name="Sicelo Mkhatshwa" userId="ba0c397501e8c166" providerId="LiveId" clId="{9A5A8FEE-4450-4D7C-A6FF-EA6070D8C261}" dt="2026-05-04T19:22:50.270" v="468" actId="14100"/>
        <pc:sldMkLst>
          <pc:docMk/>
          <pc:sldMk cId="1027277462" sldId="320"/>
        </pc:sldMkLst>
        <pc:spChg chg="mod">
          <ac:chgData name="Sicelo Mkhatshwa" userId="ba0c397501e8c166" providerId="LiveId" clId="{9A5A8FEE-4450-4D7C-A6FF-EA6070D8C261}" dt="2026-05-04T19:20:53.128" v="442" actId="14100"/>
          <ac:spMkLst>
            <pc:docMk/>
            <pc:sldMk cId="1027277462" sldId="320"/>
            <ac:spMk id="2" creationId="{CCB5F566-30A0-A1E5-F19C-41D407552BDC}"/>
          </ac:spMkLst>
        </pc:spChg>
        <pc:spChg chg="del mod">
          <ac:chgData name="Sicelo Mkhatshwa" userId="ba0c397501e8c166" providerId="LiveId" clId="{9A5A8FEE-4450-4D7C-A6FF-EA6070D8C261}" dt="2026-05-04T19:21:33.001" v="448" actId="3680"/>
          <ac:spMkLst>
            <pc:docMk/>
            <pc:sldMk cId="1027277462" sldId="320"/>
            <ac:spMk id="3" creationId="{839A055E-DA46-FFDA-2945-35DAEE83CF87}"/>
          </ac:spMkLst>
        </pc:spChg>
        <pc:spChg chg="mod">
          <ac:chgData name="Sicelo Mkhatshwa" userId="ba0c397501e8c166" providerId="LiveId" clId="{9A5A8FEE-4450-4D7C-A6FF-EA6070D8C261}" dt="2026-05-04T19:22:36.558" v="465" actId="14100"/>
          <ac:spMkLst>
            <pc:docMk/>
            <pc:sldMk cId="1027277462" sldId="320"/>
            <ac:spMk id="4" creationId="{B8E5B7A1-91F4-84AA-5D77-24389FC4643F}"/>
          </ac:spMkLst>
        </pc:spChg>
        <pc:graphicFrameChg chg="add mod ord modGraphic">
          <ac:chgData name="Sicelo Mkhatshwa" userId="ba0c397501e8c166" providerId="LiveId" clId="{9A5A8FEE-4450-4D7C-A6FF-EA6070D8C261}" dt="2026-05-04T19:22:50.270" v="468" actId="14100"/>
          <ac:graphicFrameMkLst>
            <pc:docMk/>
            <pc:sldMk cId="1027277462" sldId="320"/>
            <ac:graphicFrameMk id="6" creationId="{2A655854-8FE6-F200-8DE0-19992AA3D12F}"/>
          </ac:graphicFrameMkLst>
        </pc:graphicFrameChg>
      </pc:sldChg>
      <pc:sldChg chg="modSp new mod ord">
        <pc:chgData name="Sicelo Mkhatshwa" userId="ba0c397501e8c166" providerId="LiveId" clId="{9A5A8FEE-4450-4D7C-A6FF-EA6070D8C261}" dt="2026-05-04T19:38:37.067" v="566"/>
        <pc:sldMkLst>
          <pc:docMk/>
          <pc:sldMk cId="889203860" sldId="321"/>
        </pc:sldMkLst>
        <pc:spChg chg="mod">
          <ac:chgData name="Sicelo Mkhatshwa" userId="ba0c397501e8c166" providerId="LiveId" clId="{9A5A8FEE-4450-4D7C-A6FF-EA6070D8C261}" dt="2026-05-04T19:37:10.999" v="544" actId="14100"/>
          <ac:spMkLst>
            <pc:docMk/>
            <pc:sldMk cId="889203860" sldId="321"/>
            <ac:spMk id="2" creationId="{25FD75F1-62BC-CCF3-FFD7-C39CB20EF0D9}"/>
          </ac:spMkLst>
        </pc:spChg>
        <pc:spChg chg="mod">
          <ac:chgData name="Sicelo Mkhatshwa" userId="ba0c397501e8c166" providerId="LiveId" clId="{9A5A8FEE-4450-4D7C-A6FF-EA6070D8C261}" dt="2026-05-04T19:38:17.711" v="562" actId="27636"/>
          <ac:spMkLst>
            <pc:docMk/>
            <pc:sldMk cId="889203860" sldId="321"/>
            <ac:spMk id="3" creationId="{2102C42F-A65D-E86E-0DBC-B96B6120A06B}"/>
          </ac:spMkLst>
        </pc:spChg>
        <pc:spChg chg="mod">
          <ac:chgData name="Sicelo Mkhatshwa" userId="ba0c397501e8c166" providerId="LiveId" clId="{9A5A8FEE-4450-4D7C-A6FF-EA6070D8C261}" dt="2026-05-04T19:38:03.942" v="560" actId="12"/>
          <ac:spMkLst>
            <pc:docMk/>
            <pc:sldMk cId="889203860" sldId="321"/>
            <ac:spMk id="4" creationId="{3AA0F99D-18E8-015B-F1A9-5F32EEAB7396}"/>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243D74-B9C1-450A-B0F3-6C6DCB0CF20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32C27C33-9BB1-41D5-A236-12767E7E722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7AB3EA8-A58D-4C92-A3AB-D271CCC294C7}" type="datetimeFigureOut">
              <a:rPr lang="en-US" smtClean="0"/>
              <a:t>5/4/2026</a:t>
            </a:fld>
            <a:endParaRPr lang="en-US" dirty="0"/>
          </a:p>
        </p:txBody>
      </p:sp>
      <p:sp>
        <p:nvSpPr>
          <p:cNvPr id="4" name="Footer Placeholder 3">
            <a:extLst>
              <a:ext uri="{FF2B5EF4-FFF2-40B4-BE49-F238E27FC236}">
                <a16:creationId xmlns:a16="http://schemas.microsoft.com/office/drawing/2014/main" id="{44A7EADB-04A4-4093-B238-438E2C7317A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DDD8696-706D-440E-AE04-4C644F0613E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22A5DE8-F2C4-4DB3-88D1-656DCD59E73E}" type="slidenum">
              <a:rPr lang="en-US" smtClean="0"/>
              <a:t>‹#›</a:t>
            </a:fld>
            <a:endParaRPr lang="en-US" dirty="0"/>
          </a:p>
        </p:txBody>
      </p:sp>
    </p:spTree>
    <p:extLst>
      <p:ext uri="{BB962C8B-B14F-4D97-AF65-F5344CB8AC3E}">
        <p14:creationId xmlns:p14="http://schemas.microsoft.com/office/powerpoint/2010/main" val="17898243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EFB4FA-E877-413E-B608-88789D806C57}" type="datetimeFigureOut">
              <a:rPr lang="en-US" noProof="0" smtClean="0"/>
              <a:t>5/4/2026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36304E-FDE3-4B4F-A3B7-EBE87F3FA5E2}" type="slidenum">
              <a:rPr lang="en-US" noProof="0" smtClean="0"/>
              <a:t>‹#›</a:t>
            </a:fld>
            <a:endParaRPr lang="en-US" noProof="0" dirty="0"/>
          </a:p>
        </p:txBody>
      </p:sp>
    </p:spTree>
    <p:extLst>
      <p:ext uri="{BB962C8B-B14F-4D97-AF65-F5344CB8AC3E}">
        <p14:creationId xmlns:p14="http://schemas.microsoft.com/office/powerpoint/2010/main" val="4085138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336304E-FDE3-4B4F-A3B7-EBE87F3FA5E2}" type="slidenum">
              <a:rPr lang="en-US" smtClean="0"/>
              <a:t>1</a:t>
            </a:fld>
            <a:endParaRPr lang="en-US" dirty="0"/>
          </a:p>
        </p:txBody>
      </p:sp>
    </p:spTree>
    <p:extLst>
      <p:ext uri="{BB962C8B-B14F-4D97-AF65-F5344CB8AC3E}">
        <p14:creationId xmlns:p14="http://schemas.microsoft.com/office/powerpoint/2010/main" val="34421903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6336304E-FDE3-4B4F-A3B7-EBE87F3FA5E2}" type="slidenum">
              <a:rPr lang="en-US" noProof="0" smtClean="0"/>
              <a:t>13</a:t>
            </a:fld>
            <a:endParaRPr lang="en-US" noProof="0" dirty="0"/>
          </a:p>
        </p:txBody>
      </p:sp>
    </p:spTree>
    <p:extLst>
      <p:ext uri="{BB962C8B-B14F-4D97-AF65-F5344CB8AC3E}">
        <p14:creationId xmlns:p14="http://schemas.microsoft.com/office/powerpoint/2010/main" val="26654676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6336304E-FDE3-4B4F-A3B7-EBE87F3FA5E2}" type="slidenum">
              <a:rPr lang="en-US" noProof="0" smtClean="0"/>
              <a:t>18</a:t>
            </a:fld>
            <a:endParaRPr lang="en-US" noProof="0" dirty="0"/>
          </a:p>
        </p:txBody>
      </p:sp>
    </p:spTree>
    <p:extLst>
      <p:ext uri="{BB962C8B-B14F-4D97-AF65-F5344CB8AC3E}">
        <p14:creationId xmlns:p14="http://schemas.microsoft.com/office/powerpoint/2010/main" val="328442359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6.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3.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FD93970-B13A-F96D-A4B1-3A1EE7484106}"/>
              </a:ext>
            </a:extLst>
          </p:cNvPr>
          <p:cNvPicPr>
            <a:picLocks noChangeAspect="1"/>
          </p:cNvPicPr>
          <p:nvPr userDrawn="1"/>
        </p:nvPicPr>
        <p:blipFill>
          <a:blip r:embed="rId2"/>
          <a:srcRect/>
          <a:stretch/>
        </p:blipFill>
        <p:spPr>
          <a:xfrm>
            <a:off x="1" y="0"/>
            <a:ext cx="12202379" cy="6857999"/>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612648" y="502920"/>
            <a:ext cx="10954512" cy="3246120"/>
          </a:xfrm>
        </p:spPr>
        <p:txBody>
          <a:bodyPr anchor="b">
            <a:noAutofit/>
          </a:bodyPr>
          <a:lstStyle>
            <a:lvl1pPr algn="ctr">
              <a:defRPr sz="6600" b="1" i="0" cap="none" baseline="0">
                <a:solidFill>
                  <a:schemeClr val="accent2">
                    <a:lumMod val="25000"/>
                  </a:schemeClr>
                </a:solidFill>
                <a:latin typeface="+mj-lt"/>
              </a:defRPr>
            </a:lvl1pPr>
          </a:lstStyle>
          <a:p>
            <a:r>
              <a:rPr lang="en-GB" noProof="0"/>
              <a:t>Click to edit Master title style</a:t>
            </a:r>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612648" y="3758183"/>
            <a:ext cx="10954512" cy="1307592"/>
          </a:xfrm>
        </p:spPr>
        <p:txBody>
          <a:bodyPr>
            <a:noAutofit/>
          </a:bodyPr>
          <a:lstStyle>
            <a:lvl1pPr marL="0" indent="0" algn="ctr">
              <a:buNone/>
              <a:defRPr sz="32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a:t>Click to edit Master subtitle style</a:t>
            </a:r>
            <a:endParaRPr lang="en-US" noProof="0" dirty="0"/>
          </a:p>
        </p:txBody>
      </p:sp>
    </p:spTree>
    <p:extLst>
      <p:ext uri="{BB962C8B-B14F-4D97-AF65-F5344CB8AC3E}">
        <p14:creationId xmlns:p14="http://schemas.microsoft.com/office/powerpoint/2010/main" val="33884962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01">
    <p:bg>
      <p:bgPr>
        <a:gradFill>
          <a:gsLst>
            <a:gs pos="33000">
              <a:schemeClr val="bg2"/>
            </a:gs>
            <a:gs pos="59000">
              <a:schemeClr val="tx2">
                <a:lumMod val="90000"/>
                <a:alpha val="65163"/>
              </a:schemeClr>
            </a:gs>
          </a:gsLst>
          <a:lin ang="78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850392"/>
            <a:ext cx="3913632" cy="4800600"/>
          </a:xfrm>
        </p:spPr>
        <p:txBody>
          <a:bodyPr/>
          <a:lstStyle>
            <a:lvl1pPr>
              <a:defRPr>
                <a:solidFill>
                  <a:schemeClr val="accent2">
                    <a:lumMod val="25000"/>
                  </a:schemeClr>
                </a:solidFill>
                <a:latin typeface="+mj-lt"/>
              </a:defRPr>
            </a:lvl1pPr>
          </a:lstStyle>
          <a:p>
            <a:r>
              <a:rPr lang="en-GB"/>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5358384" y="1965960"/>
            <a:ext cx="4050792" cy="2953512"/>
          </a:xfrm>
        </p:spPr>
        <p:txBody>
          <a:bodyPr anchor="ctr" anchorCtr="0"/>
          <a:lstStyle>
            <a:lvl1pPr>
              <a:defRPr cap="all" baseline="0">
                <a:solidFill>
                  <a:schemeClr val="accent2">
                    <a:lumMod val="25000"/>
                  </a:schemeClr>
                </a:solidFill>
              </a:defRPr>
            </a:lvl1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7" name="Rounded Rectangle 4">
            <a:extLst>
              <a:ext uri="{FF2B5EF4-FFF2-40B4-BE49-F238E27FC236}">
                <a16:creationId xmlns:a16="http://schemas.microsoft.com/office/drawing/2014/main" id="{906EB944-76A9-6F98-104E-59CD34F5CF94}"/>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7">
            <a:extLst>
              <a:ext uri="{FF2B5EF4-FFF2-40B4-BE49-F238E27FC236}">
                <a16:creationId xmlns:a16="http://schemas.microsoft.com/office/drawing/2014/main" id="{898C8E3F-6992-0D8A-CCA1-3DD2C147AA8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14756"/>
          <a:stretch/>
        </p:blipFill>
        <p:spPr>
          <a:xfrm>
            <a:off x="8853067" y="1"/>
            <a:ext cx="1875091" cy="1605320"/>
          </a:xfrm>
          <a:prstGeom prst="rect">
            <a:avLst/>
          </a:prstGeom>
        </p:spPr>
      </p:pic>
      <p:pic>
        <p:nvPicPr>
          <p:cNvPr id="13" name="Picture 7">
            <a:extLst>
              <a:ext uri="{FF2B5EF4-FFF2-40B4-BE49-F238E27FC236}">
                <a16:creationId xmlns:a16="http://schemas.microsoft.com/office/drawing/2014/main" id="{4417AC45-4CB7-72E8-3723-B1A3D81FB6EF}"/>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713775" y="5533690"/>
            <a:ext cx="493392" cy="495528"/>
          </a:xfrm>
          <a:prstGeom prst="rect">
            <a:avLst/>
          </a:prstGeom>
        </p:spPr>
      </p:pic>
      <p:pic>
        <p:nvPicPr>
          <p:cNvPr id="15" name="Graphic 14">
            <a:extLst>
              <a:ext uri="{FF2B5EF4-FFF2-40B4-BE49-F238E27FC236}">
                <a16:creationId xmlns:a16="http://schemas.microsoft.com/office/drawing/2014/main" id="{AE5941EF-B160-313A-DA99-73C86EDC4C17}"/>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46794"/>
          <a:stretch/>
        </p:blipFill>
        <p:spPr>
          <a:xfrm>
            <a:off x="10316909" y="2723673"/>
            <a:ext cx="1875091" cy="3600981"/>
          </a:xfrm>
          <a:prstGeom prst="rect">
            <a:avLst/>
          </a:prstGeom>
        </p:spPr>
      </p:pic>
      <p:pic>
        <p:nvPicPr>
          <p:cNvPr id="17" name="Graphic 16">
            <a:extLst>
              <a:ext uri="{FF2B5EF4-FFF2-40B4-BE49-F238E27FC236}">
                <a16:creationId xmlns:a16="http://schemas.microsoft.com/office/drawing/2014/main" id="{EEC16221-5852-F1A3-24D1-8EF5E907173A}"/>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b="41791"/>
          <a:stretch/>
        </p:blipFill>
        <p:spPr>
          <a:xfrm>
            <a:off x="3497179" y="6324654"/>
            <a:ext cx="910220" cy="541368"/>
          </a:xfrm>
          <a:prstGeom prst="rect">
            <a:avLst/>
          </a:prstGeom>
        </p:spPr>
      </p:pic>
      <p:pic>
        <p:nvPicPr>
          <p:cNvPr id="19" name="Graphic 18">
            <a:extLst>
              <a:ext uri="{FF2B5EF4-FFF2-40B4-BE49-F238E27FC236}">
                <a16:creationId xmlns:a16="http://schemas.microsoft.com/office/drawing/2014/main" id="{5D8B34C3-E35E-0B4E-1F8E-59C449A3C8DD}"/>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t="31904"/>
          <a:stretch/>
        </p:blipFill>
        <p:spPr>
          <a:xfrm>
            <a:off x="1601212" y="0"/>
            <a:ext cx="1032928" cy="718708"/>
          </a:xfrm>
          <a:prstGeom prst="rect">
            <a:avLst/>
          </a:prstGeom>
        </p:spPr>
      </p:pic>
    </p:spTree>
    <p:extLst>
      <p:ext uri="{BB962C8B-B14F-4D97-AF65-F5344CB8AC3E}">
        <p14:creationId xmlns:p14="http://schemas.microsoft.com/office/powerpoint/2010/main" val="3657855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01">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1FEFCE-5DDA-D353-F1BF-36752F5F079A}"/>
              </a:ext>
            </a:extLst>
          </p:cNvPr>
          <p:cNvPicPr>
            <a:picLocks noChangeAspect="1"/>
          </p:cNvPicPr>
          <p:nvPr userDrawn="1"/>
        </p:nvPicPr>
        <p:blipFill>
          <a:blip r:embed="rId2"/>
          <a:srcRect/>
          <a:stretch/>
        </p:blipFill>
        <p:spPr>
          <a:xfrm>
            <a:off x="0" y="2917"/>
            <a:ext cx="12197191" cy="6855082"/>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877824" y="1325880"/>
            <a:ext cx="10460736" cy="2286000"/>
          </a:xfrm>
        </p:spPr>
        <p:txBody>
          <a:bodyPr anchor="b">
            <a:noAutofit/>
          </a:bodyPr>
          <a:lstStyle>
            <a:lvl1pPr algn="ctr">
              <a:defRPr sz="6600" b="1" i="0" cap="none" spc="-150" baseline="0">
                <a:solidFill>
                  <a:schemeClr val="accent2">
                    <a:lumMod val="25000"/>
                  </a:schemeClr>
                </a:solidFill>
                <a:latin typeface="+mj-lt"/>
              </a:defRPr>
            </a:lvl1pPr>
          </a:lstStyle>
          <a:p>
            <a:r>
              <a:rPr lang="en-GB" noProof="0"/>
              <a:t>Click to edit Master title style</a:t>
            </a:r>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877824" y="3749040"/>
            <a:ext cx="10460736" cy="2286000"/>
          </a:xfrm>
        </p:spPr>
        <p:txBody>
          <a:bodyPr>
            <a:noAutofit/>
          </a:bodyPr>
          <a:lstStyle>
            <a:lvl1pPr marL="0" indent="0" algn="ctr">
              <a:buNone/>
              <a:defRPr sz="32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a:t>Click to edit Master subtitle style</a:t>
            </a:r>
            <a:endParaRPr lang="en-US" noProof="0" dirty="0"/>
          </a:p>
        </p:txBody>
      </p:sp>
    </p:spTree>
    <p:extLst>
      <p:ext uri="{BB962C8B-B14F-4D97-AF65-F5344CB8AC3E}">
        <p14:creationId xmlns:p14="http://schemas.microsoft.com/office/powerpoint/2010/main" val="15027234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02">
    <p:bg>
      <p:bgPr>
        <a:gradFill>
          <a:gsLst>
            <a:gs pos="33000">
              <a:schemeClr val="bg2"/>
            </a:gs>
            <a:gs pos="59000">
              <a:schemeClr val="tx2">
                <a:lumMod val="90000"/>
                <a:alpha val="65163"/>
              </a:schemeClr>
            </a:gs>
          </a:gsLst>
          <a:lin ang="19200000" scaled="0"/>
        </a:gradFill>
        <a:effectLst/>
      </p:bgPr>
    </p:bg>
    <p:spTree>
      <p:nvGrpSpPr>
        <p:cNvPr id="1" name=""/>
        <p:cNvGrpSpPr/>
        <p:nvPr/>
      </p:nvGrpSpPr>
      <p:grpSpPr>
        <a:xfrm>
          <a:off x="0" y="0"/>
          <a:ext cx="0" cy="0"/>
          <a:chOff x="0" y="0"/>
          <a:chExt cx="0" cy="0"/>
        </a:xfrm>
      </p:grpSpPr>
      <p:sp>
        <p:nvSpPr>
          <p:cNvPr id="7" name="Rounded Rectangle 3">
            <a:extLst>
              <a:ext uri="{FF2B5EF4-FFF2-40B4-BE49-F238E27FC236}">
                <a16:creationId xmlns:a16="http://schemas.microsoft.com/office/drawing/2014/main" id="{B6718ABD-4EA5-E3C5-0225-F6671DCA53AD}"/>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D721A955-CA2D-A65D-6E60-DAAAA4ACFA38}"/>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1050"/>
          <a:stretch/>
        </p:blipFill>
        <p:spPr>
          <a:xfrm>
            <a:off x="0" y="2887579"/>
            <a:ext cx="2432421" cy="3604662"/>
          </a:xfrm>
          <a:prstGeom prst="rect">
            <a:avLst/>
          </a:prstGeom>
        </p:spPr>
      </p:pic>
      <p:pic>
        <p:nvPicPr>
          <p:cNvPr id="9" name="Graphic 8">
            <a:extLst>
              <a:ext uri="{FF2B5EF4-FFF2-40B4-BE49-F238E27FC236}">
                <a16:creationId xmlns:a16="http://schemas.microsoft.com/office/drawing/2014/main" id="{AB70155A-604C-AD00-BE69-4505C75CE01B}"/>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5874" b="-1"/>
          <a:stretch/>
        </p:blipFill>
        <p:spPr>
          <a:xfrm rot="5400000">
            <a:off x="11281284" y="2493882"/>
            <a:ext cx="1032928" cy="887899"/>
          </a:xfrm>
          <a:prstGeom prst="rect">
            <a:avLst/>
          </a:prstGeom>
        </p:spPr>
      </p:pic>
      <p:pic>
        <p:nvPicPr>
          <p:cNvPr id="10" name="Graphic 9">
            <a:extLst>
              <a:ext uri="{FF2B5EF4-FFF2-40B4-BE49-F238E27FC236}">
                <a16:creationId xmlns:a16="http://schemas.microsoft.com/office/drawing/2014/main" id="{F74D1084-EF5E-D016-13E0-1840BDFFD0AE}"/>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b="-880"/>
          <a:stretch/>
        </p:blipFill>
        <p:spPr>
          <a:xfrm>
            <a:off x="9897978" y="5987153"/>
            <a:ext cx="490012" cy="505088"/>
          </a:xfrm>
          <a:prstGeom prst="rect">
            <a:avLst/>
          </a:prstGeom>
        </p:spPr>
      </p:pic>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313432"/>
            <a:ext cx="6327648" cy="3218688"/>
          </a:xfrm>
        </p:spPr>
        <p:txBody>
          <a:bodyPr anchor="ctr" anchorCtr="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889032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0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E1B9A11-4222-BB4A-66D3-D37C79AC57C1}"/>
              </a:ext>
            </a:extLst>
          </p:cNvPr>
          <p:cNvPicPr>
            <a:picLocks noChangeAspect="1"/>
          </p:cNvPicPr>
          <p:nvPr userDrawn="1"/>
        </p:nvPicPr>
        <p:blipFill rotWithShape="1">
          <a:blip r:embed="rId2"/>
          <a:srcRect l="-1" r="21" b="21"/>
          <a:stretch/>
        </p:blipFill>
        <p:spPr>
          <a:xfrm>
            <a:off x="-2595" y="1459"/>
            <a:ext cx="12197191" cy="6855082"/>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4654296" y="27432"/>
            <a:ext cx="7004304" cy="3566160"/>
          </a:xfrm>
        </p:spPr>
        <p:txBody>
          <a:bodyPr anchor="b">
            <a:noAutofit/>
          </a:bodyPr>
          <a:lstStyle>
            <a:lvl1pPr algn="ctr">
              <a:defRPr sz="6000" b="1" i="0" cap="none" spc="-150" baseline="0">
                <a:solidFill>
                  <a:schemeClr val="accent2">
                    <a:lumMod val="25000"/>
                  </a:schemeClr>
                </a:solidFill>
                <a:latin typeface="+mj-lt"/>
              </a:defRPr>
            </a:lvl1pPr>
          </a:lstStyle>
          <a:p>
            <a:r>
              <a:rPr lang="en-GB" noProof="0"/>
              <a:t>Click to edit Master title style</a:t>
            </a:r>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4654295" y="3767328"/>
            <a:ext cx="7004303" cy="1161288"/>
          </a:xfrm>
        </p:spPr>
        <p:txBody>
          <a:bodyPr>
            <a:noAutofit/>
          </a:bodyPr>
          <a:lstStyle>
            <a:lvl1pPr marL="0" indent="0" algn="ctr">
              <a:buNone/>
              <a:defRPr sz="32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a:t>Click to edit Master subtitle style</a:t>
            </a:r>
            <a:endParaRPr lang="en-US" noProof="0" dirty="0"/>
          </a:p>
        </p:txBody>
      </p:sp>
    </p:spTree>
    <p:extLst>
      <p:ext uri="{BB962C8B-B14F-4D97-AF65-F5344CB8AC3E}">
        <p14:creationId xmlns:p14="http://schemas.microsoft.com/office/powerpoint/2010/main" val="3329623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bg>
      <p:bgPr>
        <a:gradFill>
          <a:gsLst>
            <a:gs pos="33000">
              <a:schemeClr val="bg2"/>
            </a:gs>
            <a:gs pos="59000">
              <a:schemeClr val="tx2">
                <a:lumMod val="90000"/>
                <a:alpha val="65163"/>
              </a:schemeClr>
            </a:gs>
          </a:gsLst>
          <a:lin ang="21594000" scaled="0"/>
        </a:gra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772C86F9-080E-93F7-C7B1-F5BEAD84E36E}"/>
              </a:ext>
            </a:extLst>
          </p:cNvPr>
          <p:cNvSpPr>
            <a:spLocks noGrp="1"/>
          </p:cNvSpPr>
          <p:nvPr>
            <p:ph type="title"/>
          </p:nvPr>
        </p:nvSpPr>
        <p:spPr>
          <a:xfrm>
            <a:off x="1078992" y="365760"/>
            <a:ext cx="10506456" cy="1655064"/>
          </a:xfrm>
        </p:spPr>
        <p:txBody>
          <a:bodyPr anchor="b"/>
          <a:lstStyle>
            <a:lvl1pPr>
              <a:defRPr>
                <a:latin typeface="+mj-lt"/>
              </a:defRPr>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p:nvPr>
        </p:nvSpPr>
        <p:spPr>
          <a:xfrm>
            <a:off x="1097280" y="2432304"/>
            <a:ext cx="3108960" cy="34123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p:nvPr>
        </p:nvSpPr>
        <p:spPr>
          <a:xfrm>
            <a:off x="4736592" y="1920240"/>
            <a:ext cx="6620256" cy="391363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dirty="0"/>
              <a:t>8/6/20XX</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12" name="Rounded Rectangle 11">
            <a:extLst>
              <a:ext uri="{FF2B5EF4-FFF2-40B4-BE49-F238E27FC236}">
                <a16:creationId xmlns:a16="http://schemas.microsoft.com/office/drawing/2014/main" id="{7FF98F94-8801-13BE-8EB4-01921AC196C8}"/>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B7BF5718-9534-FD92-79D7-ECC66603E704}"/>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r="62387"/>
          <a:stretch/>
        </p:blipFill>
        <p:spPr>
          <a:xfrm rot="5400000">
            <a:off x="1778676" y="5204330"/>
            <a:ext cx="907513" cy="2465321"/>
          </a:xfrm>
          <a:prstGeom prst="rect">
            <a:avLst/>
          </a:prstGeom>
        </p:spPr>
      </p:pic>
      <p:pic>
        <p:nvPicPr>
          <p:cNvPr id="9" name="Graphic 8">
            <a:extLst>
              <a:ext uri="{FF2B5EF4-FFF2-40B4-BE49-F238E27FC236}">
                <a16:creationId xmlns:a16="http://schemas.microsoft.com/office/drawing/2014/main" id="{4FF40650-9AD0-96F8-F702-185D1729AF8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93558" y="5429608"/>
            <a:ext cx="406214" cy="415066"/>
          </a:xfrm>
          <a:prstGeom prst="rect">
            <a:avLst/>
          </a:prstGeom>
        </p:spPr>
      </p:pic>
      <p:pic>
        <p:nvPicPr>
          <p:cNvPr id="10" name="Graphic 9">
            <a:extLst>
              <a:ext uri="{FF2B5EF4-FFF2-40B4-BE49-F238E27FC236}">
                <a16:creationId xmlns:a16="http://schemas.microsoft.com/office/drawing/2014/main" id="{83AC8518-2F0B-6FC0-0C0E-6CE9D00EAC71}"/>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t="-4860" b="-1"/>
          <a:stretch/>
        </p:blipFill>
        <p:spPr>
          <a:xfrm>
            <a:off x="10214191" y="365126"/>
            <a:ext cx="1032928" cy="1106730"/>
          </a:xfrm>
          <a:prstGeom prst="rect">
            <a:avLst/>
          </a:prstGeom>
        </p:spPr>
      </p:pic>
    </p:spTree>
    <p:extLst>
      <p:ext uri="{BB962C8B-B14F-4D97-AF65-F5344CB8AC3E}">
        <p14:creationId xmlns:p14="http://schemas.microsoft.com/office/powerpoint/2010/main" val="31963603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03">
    <p:bg>
      <p:bgPr>
        <a:gradFill>
          <a:gsLst>
            <a:gs pos="33000">
              <a:schemeClr val="bg2"/>
            </a:gs>
            <a:gs pos="59000">
              <a:schemeClr val="tx2">
                <a:lumMod val="90000"/>
                <a:alpha val="65163"/>
              </a:schemeClr>
            </a:gs>
          </a:gsLst>
          <a:lin ang="19200000" scaled="0"/>
        </a:gra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E7B4AF60-AC65-3E7A-4A5D-EBF1A7030D9B}"/>
              </a:ext>
            </a:extLst>
          </p:cNvPr>
          <p:cNvPicPr>
            <a:picLocks noChangeAspect="1"/>
          </p:cNvPicPr>
          <p:nvPr userDrawn="1"/>
        </p:nvPicPr>
        <p:blipFill rotWithShape="1">
          <a:blip r:embed="rId2"/>
          <a:srcRect l="3063" b="3063"/>
          <a:stretch/>
        </p:blipFill>
        <p:spPr>
          <a:xfrm>
            <a:off x="1" y="2917"/>
            <a:ext cx="12197189" cy="6855082"/>
          </a:xfrm>
          <a:prstGeom prst="rect">
            <a:avLst/>
          </a:prstGeom>
        </p:spPr>
      </p:pic>
      <p:sp>
        <p:nvSpPr>
          <p:cNvPr id="12" name="Rounded Rectangle 4">
            <a:extLst>
              <a:ext uri="{FF2B5EF4-FFF2-40B4-BE49-F238E27FC236}">
                <a16:creationId xmlns:a16="http://schemas.microsoft.com/office/drawing/2014/main" id="{95671103-2960-81E2-9A76-0E7FDE6B3E55}"/>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GB"/>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276856"/>
            <a:ext cx="6327648" cy="3090672"/>
          </a:xfrm>
        </p:spPr>
        <p:txBody>
          <a:bodyPr anchor="ctr" anchorCtr="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701264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wo content 02">
    <p:bg>
      <p:bgPr>
        <a:gradFill>
          <a:gsLst>
            <a:gs pos="33000">
              <a:schemeClr val="bg2"/>
            </a:gs>
            <a:gs pos="59000">
              <a:schemeClr val="tx2">
                <a:lumMod val="90000"/>
                <a:alpha val="65163"/>
              </a:schemeClr>
            </a:gs>
          </a:gsLst>
          <a:lin ang="16800000" scaled="0"/>
        </a:gradFill>
        <a:effectLst/>
      </p:bgPr>
    </p:bg>
    <p:spTree>
      <p:nvGrpSpPr>
        <p:cNvPr id="1" name=""/>
        <p:cNvGrpSpPr/>
        <p:nvPr/>
      </p:nvGrpSpPr>
      <p:grpSpPr>
        <a:xfrm>
          <a:off x="0" y="0"/>
          <a:ext cx="0" cy="0"/>
          <a:chOff x="0" y="0"/>
          <a:chExt cx="0" cy="0"/>
        </a:xfrm>
      </p:grpSpPr>
      <p:sp>
        <p:nvSpPr>
          <p:cNvPr id="7" name="Rounded Rectangle 4">
            <a:extLst>
              <a:ext uri="{FF2B5EF4-FFF2-40B4-BE49-F238E27FC236}">
                <a16:creationId xmlns:a16="http://schemas.microsoft.com/office/drawing/2014/main" id="{86060D16-E6F6-EA0E-E58E-526234AB6564}"/>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0E0958AA-6F1A-C4A2-FB66-1A6F7F8834B5}"/>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6095" b="-1"/>
          <a:stretch/>
        </p:blipFill>
        <p:spPr>
          <a:xfrm>
            <a:off x="569419" y="4426479"/>
            <a:ext cx="1472805" cy="1596616"/>
          </a:xfrm>
          <a:prstGeom prst="rect">
            <a:avLst/>
          </a:prstGeom>
        </p:spPr>
      </p:pic>
      <p:pic>
        <p:nvPicPr>
          <p:cNvPr id="9" name="Graphic 8">
            <a:extLst>
              <a:ext uri="{FF2B5EF4-FFF2-40B4-BE49-F238E27FC236}">
                <a16:creationId xmlns:a16="http://schemas.microsoft.com/office/drawing/2014/main" id="{3DEADFA2-398E-9388-8295-063D31FB38E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6095" b="-1"/>
          <a:stretch/>
        </p:blipFill>
        <p:spPr>
          <a:xfrm rot="3765410" flipV="1">
            <a:off x="1448505" y="4094575"/>
            <a:ext cx="862484" cy="934988"/>
          </a:xfrm>
          <a:prstGeom prst="rect">
            <a:avLst/>
          </a:prstGeom>
        </p:spPr>
      </p:pic>
      <p:pic>
        <p:nvPicPr>
          <p:cNvPr id="10" name="Picture 7">
            <a:extLst>
              <a:ext uri="{FF2B5EF4-FFF2-40B4-BE49-F238E27FC236}">
                <a16:creationId xmlns:a16="http://schemas.microsoft.com/office/drawing/2014/main" id="{D09A7588-8EFD-A0C5-4235-45B7D657ECF4}"/>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b="35453"/>
          <a:stretch/>
        </p:blipFill>
        <p:spPr>
          <a:xfrm>
            <a:off x="9469547" y="5719093"/>
            <a:ext cx="1756858" cy="1138907"/>
          </a:xfrm>
          <a:prstGeom prst="rect">
            <a:avLst/>
          </a:prstGeom>
        </p:spPr>
      </p:pic>
      <p:pic>
        <p:nvPicPr>
          <p:cNvPr id="13" name="Graphic 12">
            <a:extLst>
              <a:ext uri="{FF2B5EF4-FFF2-40B4-BE49-F238E27FC236}">
                <a16:creationId xmlns:a16="http://schemas.microsoft.com/office/drawing/2014/main" id="{EF04D7D6-513C-D18A-AF21-D10F0E5D3B82}"/>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l="-1" r="-750"/>
          <a:stretch/>
        </p:blipFill>
        <p:spPr>
          <a:xfrm>
            <a:off x="8844546" y="50582"/>
            <a:ext cx="1307037" cy="1325563"/>
          </a:xfrm>
          <a:prstGeom prst="rect">
            <a:avLst/>
          </a:prstGeom>
        </p:spPr>
      </p:pic>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GB"/>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441448"/>
            <a:ext cx="3602736" cy="3575304"/>
          </a:xfrm>
        </p:spPr>
        <p:txBody>
          <a:bodyPr anchor="t" anchorCtr="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4" name="Content Placeholder 2">
            <a:extLst>
              <a:ext uri="{FF2B5EF4-FFF2-40B4-BE49-F238E27FC236}">
                <a16:creationId xmlns:a16="http://schemas.microsoft.com/office/drawing/2014/main" id="{D1DCC4A1-0DB3-3480-3A1A-78FC85FE7ECE}"/>
              </a:ext>
            </a:extLst>
          </p:cNvPr>
          <p:cNvSpPr>
            <a:spLocks noGrp="1"/>
          </p:cNvSpPr>
          <p:nvPr>
            <p:ph idx="13"/>
          </p:nvPr>
        </p:nvSpPr>
        <p:spPr>
          <a:xfrm>
            <a:off x="7671816" y="2441448"/>
            <a:ext cx="3602736" cy="3575304"/>
          </a:xfrm>
        </p:spPr>
        <p:txBody>
          <a:bodyPr anchor="t" anchorCtr="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499728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03">
    <p:bg>
      <p:bgPr>
        <a:solidFill>
          <a:schemeClr val="tx2"/>
        </a:solidFill>
        <a:effectLst/>
      </p:bgPr>
    </p:bg>
    <p:spTree>
      <p:nvGrpSpPr>
        <p:cNvPr id="1" name=""/>
        <p:cNvGrpSpPr/>
        <p:nvPr/>
      </p:nvGrpSpPr>
      <p:grpSpPr>
        <a:xfrm>
          <a:off x="0" y="0"/>
          <a:ext cx="0" cy="0"/>
          <a:chOff x="0" y="0"/>
          <a:chExt cx="0" cy="0"/>
        </a:xfrm>
      </p:grpSpPr>
      <p:sp>
        <p:nvSpPr>
          <p:cNvPr id="4" name="Rounded Rectangle 6">
            <a:extLst>
              <a:ext uri="{FF2B5EF4-FFF2-40B4-BE49-F238E27FC236}">
                <a16:creationId xmlns:a16="http://schemas.microsoft.com/office/drawing/2014/main" id="{1B32A35F-9C9A-7C7D-DE93-B55FFF07D66E}"/>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1">
            <a:extLst>
              <a:ext uri="{FF2B5EF4-FFF2-40B4-BE49-F238E27FC236}">
                <a16:creationId xmlns:a16="http://schemas.microsoft.com/office/drawing/2014/main" id="{198299DF-E702-8750-30F5-798D7C96AA46}"/>
              </a:ext>
            </a:extLst>
          </p:cNvPr>
          <p:cNvSpPr>
            <a:spLocks noGrp="1"/>
          </p:cNvSpPr>
          <p:nvPr>
            <p:ph type="title"/>
          </p:nvPr>
        </p:nvSpPr>
        <p:spPr>
          <a:xfrm>
            <a:off x="1078992" y="365760"/>
            <a:ext cx="10277856" cy="1655064"/>
          </a:xfrm>
        </p:spPr>
        <p:txBody>
          <a:bodyPr anchor="b"/>
          <a:lstStyle>
            <a:lvl1pPr>
              <a:defRPr>
                <a:latin typeface="+mj-lt"/>
              </a:defRPr>
            </a:lvl1pPr>
          </a:lstStyle>
          <a:p>
            <a:r>
              <a:rPr lang="en-GB"/>
              <a:t>Click to edit Master title style</a:t>
            </a:r>
            <a:endParaRPr lang="en-US" dirty="0"/>
          </a:p>
        </p:txBody>
      </p:sp>
      <p:sp>
        <p:nvSpPr>
          <p:cNvPr id="10" name="Content Placeholder 2">
            <a:extLst>
              <a:ext uri="{FF2B5EF4-FFF2-40B4-BE49-F238E27FC236}">
                <a16:creationId xmlns:a16="http://schemas.microsoft.com/office/drawing/2014/main" id="{30CE72F6-1D9D-E61E-F1EE-2861FDF7654A}"/>
              </a:ext>
            </a:extLst>
          </p:cNvPr>
          <p:cNvSpPr>
            <a:spLocks noGrp="1"/>
          </p:cNvSpPr>
          <p:nvPr>
            <p:ph idx="1"/>
          </p:nvPr>
        </p:nvSpPr>
        <p:spPr>
          <a:xfrm>
            <a:off x="1170432" y="2459736"/>
            <a:ext cx="2843784" cy="3090672"/>
          </a:xfrm>
        </p:spPr>
        <p:txBody>
          <a:bodyPr anchor="t" anchorCtr="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1" name="Content Placeholder 2">
            <a:extLst>
              <a:ext uri="{FF2B5EF4-FFF2-40B4-BE49-F238E27FC236}">
                <a16:creationId xmlns:a16="http://schemas.microsoft.com/office/drawing/2014/main" id="{6EFAE94C-C299-8167-1BD9-4FC98C04C63C}"/>
              </a:ext>
            </a:extLst>
          </p:cNvPr>
          <p:cNvSpPr>
            <a:spLocks noGrp="1"/>
          </p:cNvSpPr>
          <p:nvPr>
            <p:ph idx="13"/>
          </p:nvPr>
        </p:nvSpPr>
        <p:spPr>
          <a:xfrm>
            <a:off x="4233672" y="2523744"/>
            <a:ext cx="6693408" cy="3273552"/>
          </a:xfrm>
        </p:spPr>
        <p:txBody>
          <a:bodyPr anchor="t" anchorCtr="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dirty="0"/>
              <a:t>8/6/20XX</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38549479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04">
    <p:bg>
      <p:bgPr>
        <a:solidFill>
          <a:schemeClr val="tx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98299DF-E702-8750-30F5-798D7C96AA46}"/>
              </a:ext>
            </a:extLst>
          </p:cNvPr>
          <p:cNvSpPr>
            <a:spLocks noGrp="1"/>
          </p:cNvSpPr>
          <p:nvPr>
            <p:ph type="title"/>
          </p:nvPr>
        </p:nvSpPr>
        <p:spPr>
          <a:xfrm>
            <a:off x="1078992" y="365760"/>
            <a:ext cx="10277856" cy="1655064"/>
          </a:xfrm>
        </p:spPr>
        <p:txBody>
          <a:bodyPr anchor="b"/>
          <a:lstStyle>
            <a:lvl1pPr>
              <a:defRPr>
                <a:latin typeface="+mj-lt"/>
              </a:defRPr>
            </a:lvl1pPr>
          </a:lstStyle>
          <a:p>
            <a:r>
              <a:rPr lang="en-GB"/>
              <a:t>Click to edit Master title style</a:t>
            </a:r>
            <a:endParaRPr lang="en-US" dirty="0"/>
          </a:p>
        </p:txBody>
      </p:sp>
      <p:sp>
        <p:nvSpPr>
          <p:cNvPr id="11" name="Content Placeholder 2">
            <a:extLst>
              <a:ext uri="{FF2B5EF4-FFF2-40B4-BE49-F238E27FC236}">
                <a16:creationId xmlns:a16="http://schemas.microsoft.com/office/drawing/2014/main" id="{6EFAE94C-C299-8167-1BD9-4FC98C04C63C}"/>
              </a:ext>
            </a:extLst>
          </p:cNvPr>
          <p:cNvSpPr>
            <a:spLocks noGrp="1"/>
          </p:cNvSpPr>
          <p:nvPr>
            <p:ph idx="13"/>
          </p:nvPr>
        </p:nvSpPr>
        <p:spPr>
          <a:xfrm>
            <a:off x="1207008" y="2523744"/>
            <a:ext cx="9720072" cy="3255264"/>
          </a:xfrm>
        </p:spPr>
        <p:txBody>
          <a:bodyPr anchor="t" anchorCtr="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dirty="0"/>
              <a:t>8/6/20XX</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4" name="Rounded Rectangle 6">
            <a:extLst>
              <a:ext uri="{FF2B5EF4-FFF2-40B4-BE49-F238E27FC236}">
                <a16:creationId xmlns:a16="http://schemas.microsoft.com/office/drawing/2014/main" id="{1B32A35F-9C9A-7C7D-DE93-B55FFF07D66E}"/>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184807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break 03">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7A51A8B-A15C-2A94-1E48-F9615101DF48}"/>
              </a:ext>
            </a:extLst>
          </p:cNvPr>
          <p:cNvPicPr>
            <a:picLocks noChangeAspect="1"/>
          </p:cNvPicPr>
          <p:nvPr userDrawn="1"/>
        </p:nvPicPr>
        <p:blipFill rotWithShape="1">
          <a:blip r:embed="rId2"/>
          <a:srcRect l="8991" t="11245" r="3785" b="1531"/>
          <a:stretch/>
        </p:blipFill>
        <p:spPr>
          <a:xfrm>
            <a:off x="0" y="2917"/>
            <a:ext cx="12197192" cy="6855083"/>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612648" y="1600200"/>
            <a:ext cx="10991088" cy="3657600"/>
          </a:xfrm>
        </p:spPr>
        <p:txBody>
          <a:bodyPr anchor="ctr">
            <a:noAutofit/>
          </a:bodyPr>
          <a:lstStyle>
            <a:lvl1pPr algn="ctr">
              <a:defRPr sz="6600" b="1" i="0" cap="none" spc="-150" baseline="0">
                <a:solidFill>
                  <a:schemeClr val="accent2">
                    <a:lumMod val="25000"/>
                  </a:schemeClr>
                </a:solidFill>
                <a:latin typeface="+mj-lt"/>
              </a:defRPr>
            </a:lvl1pPr>
          </a:lstStyle>
          <a:p>
            <a:r>
              <a:rPr lang="en-GB" noProof="0"/>
              <a:t>Click to edit Master title style</a:t>
            </a:r>
            <a:endParaRPr lang="en-US" noProof="0" dirty="0"/>
          </a:p>
        </p:txBody>
      </p:sp>
    </p:spTree>
    <p:extLst>
      <p:ext uri="{BB962C8B-B14F-4D97-AF65-F5344CB8AC3E}">
        <p14:creationId xmlns:p14="http://schemas.microsoft.com/office/powerpoint/2010/main" val="10994920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wo content 04">
    <p:bg>
      <p:bgPr>
        <a:gradFill>
          <a:gsLst>
            <a:gs pos="33000">
              <a:schemeClr val="bg2"/>
            </a:gs>
            <a:gs pos="59000">
              <a:schemeClr val="tx2">
                <a:lumMod val="90000"/>
                <a:alpha val="65163"/>
              </a:schemeClr>
            </a:gs>
          </a:gsLst>
          <a:lin ang="13800000" scaled="0"/>
        </a:gradFill>
        <a:effectLst/>
      </p:bgPr>
    </p:bg>
    <p:spTree>
      <p:nvGrpSpPr>
        <p:cNvPr id="1" name=""/>
        <p:cNvGrpSpPr/>
        <p:nvPr/>
      </p:nvGrpSpPr>
      <p:grpSpPr>
        <a:xfrm>
          <a:off x="0" y="0"/>
          <a:ext cx="0" cy="0"/>
          <a:chOff x="0" y="0"/>
          <a:chExt cx="0" cy="0"/>
        </a:xfrm>
      </p:grpSpPr>
      <p:sp>
        <p:nvSpPr>
          <p:cNvPr id="11" name="Rounded Rectangle 4">
            <a:extLst>
              <a:ext uri="{FF2B5EF4-FFF2-40B4-BE49-F238E27FC236}">
                <a16:creationId xmlns:a16="http://schemas.microsoft.com/office/drawing/2014/main" id="{5697808D-10E0-D8A5-5D07-E176EBB8F2BB}"/>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7">
            <a:extLst>
              <a:ext uri="{FF2B5EF4-FFF2-40B4-BE49-F238E27FC236}">
                <a16:creationId xmlns:a16="http://schemas.microsoft.com/office/drawing/2014/main" id="{0234D012-F86E-04CE-78C8-2C5A66130286}"/>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1004" r="-148"/>
          <a:stretch/>
        </p:blipFill>
        <p:spPr>
          <a:xfrm rot="5400000">
            <a:off x="6378170" y="40082"/>
            <a:ext cx="1579705" cy="1600089"/>
          </a:xfrm>
          <a:prstGeom prst="rect">
            <a:avLst/>
          </a:prstGeom>
        </p:spPr>
      </p:pic>
      <p:pic>
        <p:nvPicPr>
          <p:cNvPr id="15" name="Picture 7">
            <a:extLst>
              <a:ext uri="{FF2B5EF4-FFF2-40B4-BE49-F238E27FC236}">
                <a16:creationId xmlns:a16="http://schemas.microsoft.com/office/drawing/2014/main" id="{0BC42061-F838-920E-632E-10EDE7E55392}"/>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6239" r="25335" b="-1"/>
          <a:stretch/>
        </p:blipFill>
        <p:spPr>
          <a:xfrm rot="16200000">
            <a:off x="6298833" y="-161472"/>
            <a:ext cx="752715" cy="1075657"/>
          </a:xfrm>
          <a:prstGeom prst="rect">
            <a:avLst/>
          </a:prstGeom>
        </p:spPr>
      </p:pic>
      <p:pic>
        <p:nvPicPr>
          <p:cNvPr id="16" name="Graphic 15">
            <a:extLst>
              <a:ext uri="{FF2B5EF4-FFF2-40B4-BE49-F238E27FC236}">
                <a16:creationId xmlns:a16="http://schemas.microsoft.com/office/drawing/2014/main" id="{58BEE67F-530E-E41D-FD19-2615180DC3FB}"/>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15931"/>
          <a:stretch/>
        </p:blipFill>
        <p:spPr>
          <a:xfrm>
            <a:off x="10439102" y="4145165"/>
            <a:ext cx="1780703" cy="2164311"/>
          </a:xfrm>
          <a:prstGeom prst="rect">
            <a:avLst/>
          </a:prstGeom>
        </p:spPr>
      </p:pic>
      <p:pic>
        <p:nvPicPr>
          <p:cNvPr id="17" name="Graphic 16">
            <a:extLst>
              <a:ext uri="{FF2B5EF4-FFF2-40B4-BE49-F238E27FC236}">
                <a16:creationId xmlns:a16="http://schemas.microsoft.com/office/drawing/2014/main" id="{82CFCA46-5F5A-867F-B19C-4F9ED5BA15A2}"/>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r="46794"/>
          <a:stretch/>
        </p:blipFill>
        <p:spPr>
          <a:xfrm rot="10800000">
            <a:off x="-27806" y="2452933"/>
            <a:ext cx="1370742" cy="2632414"/>
          </a:xfrm>
          <a:prstGeom prst="rect">
            <a:avLst/>
          </a:prstGeom>
        </p:spPr>
      </p:pic>
      <p:pic>
        <p:nvPicPr>
          <p:cNvPr id="18" name="Graphic 17">
            <a:extLst>
              <a:ext uri="{FF2B5EF4-FFF2-40B4-BE49-F238E27FC236}">
                <a16:creationId xmlns:a16="http://schemas.microsoft.com/office/drawing/2014/main" id="{11E8F80C-ACB2-552E-4433-1A8A2708F18F}"/>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t="1" b="-9728"/>
          <a:stretch/>
        </p:blipFill>
        <p:spPr>
          <a:xfrm rot="18286209">
            <a:off x="887827" y="4958926"/>
            <a:ext cx="910220" cy="1020507"/>
          </a:xfrm>
          <a:prstGeom prst="rect">
            <a:avLst/>
          </a:prstGeom>
        </p:spPr>
      </p:pic>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GB"/>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441448"/>
            <a:ext cx="3602736" cy="3575304"/>
          </a:xfrm>
        </p:spPr>
        <p:txBody>
          <a:bodyPr anchor="t" anchorCtr="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4" name="Content Placeholder 2">
            <a:extLst>
              <a:ext uri="{FF2B5EF4-FFF2-40B4-BE49-F238E27FC236}">
                <a16:creationId xmlns:a16="http://schemas.microsoft.com/office/drawing/2014/main" id="{D1DCC4A1-0DB3-3480-3A1A-78FC85FE7ECE}"/>
              </a:ext>
            </a:extLst>
          </p:cNvPr>
          <p:cNvSpPr>
            <a:spLocks noGrp="1"/>
          </p:cNvSpPr>
          <p:nvPr>
            <p:ph idx="13"/>
          </p:nvPr>
        </p:nvSpPr>
        <p:spPr>
          <a:xfrm>
            <a:off x="8293608" y="2441447"/>
            <a:ext cx="3063240" cy="3575303"/>
          </a:xfrm>
        </p:spPr>
        <p:txBody>
          <a:bodyPr anchor="t" anchorCtr="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3438508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4ACFCA6-7ECE-9BFB-9389-6DB74C862850}"/>
              </a:ext>
            </a:extLst>
          </p:cNvPr>
          <p:cNvPicPr>
            <a:picLocks noChangeAspect="1"/>
          </p:cNvPicPr>
          <p:nvPr userDrawn="1"/>
        </p:nvPicPr>
        <p:blipFill>
          <a:blip r:embed="rId2"/>
          <a:srcRect l="21" r="21"/>
          <a:stretch/>
        </p:blipFill>
        <p:spPr>
          <a:xfrm>
            <a:off x="-5192" y="-1"/>
            <a:ext cx="12197192" cy="6858001"/>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1133856" y="56450"/>
            <a:ext cx="9912096" cy="2743200"/>
          </a:xfrm>
        </p:spPr>
        <p:txBody>
          <a:bodyPr anchor="b">
            <a:noAutofit/>
          </a:bodyPr>
          <a:lstStyle>
            <a:lvl1pPr algn="l">
              <a:defRPr sz="6600" b="1" i="0" cap="none" spc="-150" baseline="0">
                <a:solidFill>
                  <a:schemeClr val="accent2">
                    <a:lumMod val="25000"/>
                  </a:schemeClr>
                </a:solidFill>
                <a:latin typeface="+mj-lt"/>
              </a:defRPr>
            </a:lvl1pPr>
          </a:lstStyle>
          <a:p>
            <a:r>
              <a:rPr lang="en-GB" noProof="0"/>
              <a:t>Click to edit Master title style</a:t>
            </a:r>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3575304" y="3110546"/>
            <a:ext cx="4114800" cy="2743200"/>
          </a:xfrm>
        </p:spPr>
        <p:txBody>
          <a:bodyPr>
            <a:noAutofit/>
          </a:bodyPr>
          <a:lstStyle>
            <a:lvl1pPr marL="0" indent="0" algn="l">
              <a:lnSpc>
                <a:spcPct val="150000"/>
              </a:lnSpc>
              <a:spcBef>
                <a:spcPts val="0"/>
              </a:spcBef>
              <a:buNone/>
              <a:defRPr sz="24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a:t>Click to edit Master subtitle style</a:t>
            </a:r>
            <a:endParaRPr lang="en-US" noProof="0" dirty="0"/>
          </a:p>
        </p:txBody>
      </p:sp>
    </p:spTree>
    <p:extLst>
      <p:ext uri="{BB962C8B-B14F-4D97-AF65-F5344CB8AC3E}">
        <p14:creationId xmlns:p14="http://schemas.microsoft.com/office/powerpoint/2010/main" val="29608354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C4D7FA-B85E-4477-8C62-94955B340F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noProof="0"/>
              <a:t>Click to edit Master title style</a:t>
            </a:r>
            <a:endParaRPr lang="en-US" noProof="0" dirty="0"/>
          </a:p>
        </p:txBody>
      </p:sp>
      <p:sp>
        <p:nvSpPr>
          <p:cNvPr id="3" name="Text Placeholder 2">
            <a:extLst>
              <a:ext uri="{FF2B5EF4-FFF2-40B4-BE49-F238E27FC236}">
                <a16:creationId xmlns:a16="http://schemas.microsoft.com/office/drawing/2014/main" id="{1F1226BB-3E56-4E7F-8172-7EC03C9F0B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dirty="0"/>
          </a:p>
        </p:txBody>
      </p:sp>
      <p:sp>
        <p:nvSpPr>
          <p:cNvPr id="4" name="Date Placeholder 3">
            <a:extLst>
              <a:ext uri="{FF2B5EF4-FFF2-40B4-BE49-F238E27FC236}">
                <a16:creationId xmlns:a16="http://schemas.microsoft.com/office/drawing/2014/main" id="{D95D08EF-72FB-4F19-9916-65815A9CA99C}"/>
              </a:ext>
            </a:extLst>
          </p:cNvPr>
          <p:cNvSpPr>
            <a:spLocks noGrp="1"/>
          </p:cNvSpPr>
          <p:nvPr>
            <p:ph type="dt" sz="half" idx="2"/>
          </p:nvPr>
        </p:nvSpPr>
        <p:spPr>
          <a:xfrm>
            <a:off x="838200" y="6563001"/>
            <a:ext cx="2743200" cy="228600"/>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noProof="0" dirty="0"/>
              <a:t>8/6/20XX</a:t>
            </a:r>
          </a:p>
        </p:txBody>
      </p:sp>
      <p:sp>
        <p:nvSpPr>
          <p:cNvPr id="5" name="Footer Placeholder 4">
            <a:extLst>
              <a:ext uri="{FF2B5EF4-FFF2-40B4-BE49-F238E27FC236}">
                <a16:creationId xmlns:a16="http://schemas.microsoft.com/office/drawing/2014/main" id="{1365084D-BC85-4A55-BD80-93876AD10108}"/>
              </a:ext>
            </a:extLst>
          </p:cNvPr>
          <p:cNvSpPr>
            <a:spLocks noGrp="1"/>
          </p:cNvSpPr>
          <p:nvPr>
            <p:ph type="ftr" sz="quarter" idx="3"/>
          </p:nvPr>
        </p:nvSpPr>
        <p:spPr>
          <a:xfrm>
            <a:off x="4038600" y="6563001"/>
            <a:ext cx="4114800" cy="22860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noProof="0" dirty="0"/>
          </a:p>
        </p:txBody>
      </p:sp>
      <p:sp>
        <p:nvSpPr>
          <p:cNvPr id="6" name="Slide Number Placeholder 5">
            <a:extLst>
              <a:ext uri="{FF2B5EF4-FFF2-40B4-BE49-F238E27FC236}">
                <a16:creationId xmlns:a16="http://schemas.microsoft.com/office/drawing/2014/main" id="{45FDEF23-A140-4DD6-A0D0-A86BD4DF3404}"/>
              </a:ext>
            </a:extLst>
          </p:cNvPr>
          <p:cNvSpPr>
            <a:spLocks noGrp="1"/>
          </p:cNvSpPr>
          <p:nvPr>
            <p:ph type="sldNum" sz="quarter" idx="4"/>
          </p:nvPr>
        </p:nvSpPr>
        <p:spPr>
          <a:xfrm>
            <a:off x="9375912" y="6563001"/>
            <a:ext cx="2743200" cy="228600"/>
          </a:xfrm>
          <a:prstGeom prst="rect">
            <a:avLst/>
          </a:prstGeom>
        </p:spPr>
        <p:txBody>
          <a:bodyPr vert="horz" lIns="91440" tIns="45720" rIns="91440" bIns="45720" rtlCol="0" anchor="ctr"/>
          <a:lstStyle>
            <a:lvl1pPr algn="r">
              <a:defRPr sz="1200">
                <a:solidFill>
                  <a:schemeClr val="tx1">
                    <a:tint val="75000"/>
                  </a:schemeClr>
                </a:solidFill>
              </a:defRPr>
            </a:lvl1pPr>
          </a:lstStyle>
          <a:p>
            <a:fld id="{9EC71654-96A5-4280-94F3-931C61A9F92C}" type="slidenum">
              <a:rPr lang="en-US" noProof="0" smtClean="0"/>
              <a:t>‹#›</a:t>
            </a:fld>
            <a:endParaRPr lang="en-US" noProof="0" dirty="0"/>
          </a:p>
        </p:txBody>
      </p:sp>
    </p:spTree>
    <p:extLst>
      <p:ext uri="{BB962C8B-B14F-4D97-AF65-F5344CB8AC3E}">
        <p14:creationId xmlns:p14="http://schemas.microsoft.com/office/powerpoint/2010/main" val="2347082301"/>
      </p:ext>
    </p:extLst>
  </p:cSld>
  <p:clrMap bg1="lt1" tx1="dk1" bg2="lt2" tx2="dk2" accent1="accent1" accent2="accent2" accent3="accent3" accent4="accent4" accent5="accent5" accent6="accent6" hlink="hlink" folHlink="folHlink"/>
  <p:sldLayoutIdLst>
    <p:sldLayoutId id="2147483649"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Lst>
  <p:hf hdr="0" ftr="0" dt="0"/>
  <p:txStyles>
    <p:titleStyle>
      <a:lvl1pPr algn="l" defTabSz="914400" rtl="0" eaLnBrk="1" latinLnBrk="0" hangingPunct="1">
        <a:lnSpc>
          <a:spcPct val="90000"/>
        </a:lnSpc>
        <a:spcBef>
          <a:spcPct val="0"/>
        </a:spcBef>
        <a:buNone/>
        <a:defRPr sz="4400" b="1" i="0" kern="1200">
          <a:solidFill>
            <a:schemeClr val="accent2">
              <a:lumMod val="25000"/>
            </a:schemeClr>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accent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25" userDrawn="1">
          <p15:clr>
            <a:srgbClr val="F26B43"/>
          </p15:clr>
        </p15:guide>
        <p15:guide id="4" pos="734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EF7BD-FE81-4B20-8DC5-0B3EB736F9F8}"/>
              </a:ext>
            </a:extLst>
          </p:cNvPr>
          <p:cNvSpPr>
            <a:spLocks noGrp="1"/>
          </p:cNvSpPr>
          <p:nvPr>
            <p:ph type="ctrTitle"/>
          </p:nvPr>
        </p:nvSpPr>
        <p:spPr>
          <a:xfrm>
            <a:off x="612648" y="463163"/>
            <a:ext cx="10954512" cy="3246120"/>
          </a:xfrm>
        </p:spPr>
        <p:txBody>
          <a:bodyPr anchor="b"/>
          <a:lstStyle/>
          <a:p>
            <a:r>
              <a:rPr lang="en-US" sz="7200" dirty="0"/>
              <a:t>CNA 361 AZURE PROJECT PRESENTATION</a:t>
            </a:r>
          </a:p>
        </p:txBody>
      </p:sp>
      <p:sp>
        <p:nvSpPr>
          <p:cNvPr id="3" name="Subtitle 2">
            <a:extLst>
              <a:ext uri="{FF2B5EF4-FFF2-40B4-BE49-F238E27FC236}">
                <a16:creationId xmlns:a16="http://schemas.microsoft.com/office/drawing/2014/main" id="{1AFF0EFE-C50F-44EB-8978-B97795477C9E}"/>
              </a:ext>
            </a:extLst>
          </p:cNvPr>
          <p:cNvSpPr>
            <a:spLocks noGrp="1"/>
          </p:cNvSpPr>
          <p:nvPr>
            <p:ph type="subTitle" idx="1"/>
          </p:nvPr>
        </p:nvSpPr>
        <p:spPr>
          <a:xfrm>
            <a:off x="612648" y="4314774"/>
            <a:ext cx="10954512" cy="1307592"/>
          </a:xfrm>
        </p:spPr>
        <p:txBody>
          <a:bodyPr vert="horz" lIns="91440" tIns="45720" rIns="91440" bIns="45720" rtlCol="0" anchor="t">
            <a:noAutofit/>
          </a:bodyPr>
          <a:lstStyle/>
          <a:p>
            <a:r>
              <a:rPr lang="en-US" dirty="0"/>
              <a:t>Thando Mnguni (601203)</a:t>
            </a:r>
          </a:p>
          <a:p>
            <a:r>
              <a:rPr lang="en-US" dirty="0"/>
              <a:t>Sicelo Tasha Mkhatshwa (602608) </a:t>
            </a:r>
          </a:p>
        </p:txBody>
      </p:sp>
    </p:spTree>
    <p:extLst>
      <p:ext uri="{BB962C8B-B14F-4D97-AF65-F5344CB8AC3E}">
        <p14:creationId xmlns:p14="http://schemas.microsoft.com/office/powerpoint/2010/main" val="1282633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45D2E-8FB6-5DAB-C089-AA457947D4B2}"/>
              </a:ext>
            </a:extLst>
          </p:cNvPr>
          <p:cNvSpPr>
            <a:spLocks noGrp="1"/>
          </p:cNvSpPr>
          <p:nvPr>
            <p:ph type="title"/>
          </p:nvPr>
        </p:nvSpPr>
        <p:spPr/>
        <p:txBody>
          <a:bodyPr/>
          <a:lstStyle/>
          <a:p>
            <a:r>
              <a:rPr lang="en-ZA" dirty="0"/>
              <a:t>AGENDA</a:t>
            </a:r>
          </a:p>
        </p:txBody>
      </p:sp>
      <p:sp>
        <p:nvSpPr>
          <p:cNvPr id="3" name="Content Placeholder 2">
            <a:extLst>
              <a:ext uri="{FF2B5EF4-FFF2-40B4-BE49-F238E27FC236}">
                <a16:creationId xmlns:a16="http://schemas.microsoft.com/office/drawing/2014/main" id="{FED8B20D-B263-1F08-98E0-D773505D61A1}"/>
              </a:ext>
            </a:extLst>
          </p:cNvPr>
          <p:cNvSpPr>
            <a:spLocks noGrp="1"/>
          </p:cNvSpPr>
          <p:nvPr>
            <p:ph idx="1"/>
          </p:nvPr>
        </p:nvSpPr>
        <p:spPr>
          <a:xfrm>
            <a:off x="5278871" y="359534"/>
            <a:ext cx="5057825" cy="6138931"/>
          </a:xfrm>
        </p:spPr>
        <p:txBody>
          <a:bodyPr>
            <a:normAutofit fontScale="92500" lnSpcReduction="10000"/>
          </a:bodyPr>
          <a:lstStyle/>
          <a:p>
            <a:pPr marL="342900" indent="-342900">
              <a:buFont typeface="Wingdings" panose="05000000000000000000" pitchFamily="2" charset="2"/>
              <a:buChar char="ü"/>
            </a:pPr>
            <a:r>
              <a:rPr lang="en-ZA" dirty="0"/>
              <a:t>Problem Statement</a:t>
            </a:r>
          </a:p>
          <a:p>
            <a:pPr marL="342900" indent="-342900">
              <a:buFont typeface="Wingdings" panose="05000000000000000000" pitchFamily="2" charset="2"/>
              <a:buChar char="ü"/>
            </a:pPr>
            <a:endParaRPr lang="en-ZA" dirty="0"/>
          </a:p>
          <a:p>
            <a:pPr marL="342900" indent="-342900">
              <a:buFont typeface="Wingdings" panose="05000000000000000000" pitchFamily="2" charset="2"/>
              <a:buChar char="ü"/>
            </a:pPr>
            <a:r>
              <a:rPr lang="en-ZA" dirty="0"/>
              <a:t>Solution Overview</a:t>
            </a:r>
          </a:p>
          <a:p>
            <a:pPr marL="342900" indent="-342900">
              <a:buFont typeface="Wingdings" panose="05000000000000000000" pitchFamily="2" charset="2"/>
              <a:buChar char="ü"/>
            </a:pPr>
            <a:endParaRPr lang="en-ZA" dirty="0"/>
          </a:p>
          <a:p>
            <a:pPr marL="342900" indent="-342900">
              <a:buFont typeface="Wingdings" panose="05000000000000000000" pitchFamily="2" charset="2"/>
              <a:buChar char="ü"/>
            </a:pPr>
            <a:r>
              <a:rPr lang="en-ZA" dirty="0"/>
              <a:t>Cloud Architecture</a:t>
            </a:r>
          </a:p>
          <a:p>
            <a:pPr marL="342900" indent="-342900">
              <a:buFont typeface="Wingdings" panose="05000000000000000000" pitchFamily="2" charset="2"/>
              <a:buChar char="ü"/>
            </a:pPr>
            <a:endParaRPr lang="en-ZA" dirty="0"/>
          </a:p>
          <a:p>
            <a:pPr marL="342900" indent="-342900">
              <a:buFont typeface="Wingdings" panose="05000000000000000000" pitchFamily="2" charset="2"/>
              <a:buChar char="ü"/>
            </a:pPr>
            <a:r>
              <a:rPr lang="en-ZA" dirty="0"/>
              <a:t>Infrastructure Deployment</a:t>
            </a:r>
          </a:p>
          <a:p>
            <a:pPr marL="342900" indent="-342900">
              <a:buFont typeface="Wingdings" panose="05000000000000000000" pitchFamily="2" charset="2"/>
              <a:buChar char="ü"/>
            </a:pPr>
            <a:endParaRPr lang="en-ZA" dirty="0"/>
          </a:p>
          <a:p>
            <a:pPr marL="342900" indent="-342900">
              <a:buFont typeface="Wingdings" panose="05000000000000000000" pitchFamily="2" charset="2"/>
              <a:buChar char="ü"/>
            </a:pPr>
            <a:r>
              <a:rPr lang="en-ZA" dirty="0"/>
              <a:t>Remote Access</a:t>
            </a:r>
          </a:p>
          <a:p>
            <a:pPr marL="342900" indent="-342900">
              <a:buFont typeface="Wingdings" panose="05000000000000000000" pitchFamily="2" charset="2"/>
              <a:buChar char="ü"/>
            </a:pPr>
            <a:endParaRPr lang="en-ZA" dirty="0"/>
          </a:p>
          <a:p>
            <a:pPr marL="342900" indent="-342900">
              <a:buFont typeface="Wingdings" panose="05000000000000000000" pitchFamily="2" charset="2"/>
              <a:buChar char="ü"/>
            </a:pPr>
            <a:r>
              <a:rPr lang="en-ZA" dirty="0"/>
              <a:t>Storage, Collaboration &amp; Security</a:t>
            </a:r>
          </a:p>
          <a:p>
            <a:pPr marL="342900" indent="-342900">
              <a:buFont typeface="Wingdings" panose="05000000000000000000" pitchFamily="2" charset="2"/>
              <a:buChar char="ü"/>
            </a:pPr>
            <a:endParaRPr lang="en-ZA" dirty="0"/>
          </a:p>
          <a:p>
            <a:pPr marL="342900" indent="-342900">
              <a:buFont typeface="Wingdings" panose="05000000000000000000" pitchFamily="2" charset="2"/>
              <a:buChar char="ü"/>
            </a:pPr>
            <a:r>
              <a:rPr lang="en-ZA" dirty="0"/>
              <a:t>Testing &amp; Optimization</a:t>
            </a:r>
          </a:p>
          <a:p>
            <a:pPr marL="342900" indent="-342900">
              <a:buFont typeface="Wingdings" panose="05000000000000000000" pitchFamily="2" charset="2"/>
              <a:buChar char="ü"/>
            </a:pPr>
            <a:endParaRPr lang="en-ZA" dirty="0"/>
          </a:p>
          <a:p>
            <a:pPr marL="342900" indent="-342900">
              <a:buFont typeface="Wingdings" panose="05000000000000000000" pitchFamily="2" charset="2"/>
              <a:buChar char="ü"/>
            </a:pPr>
            <a:r>
              <a:rPr lang="en-ZA" dirty="0"/>
              <a:t>Live Demonstration</a:t>
            </a:r>
          </a:p>
          <a:p>
            <a:pPr marL="342900" indent="-342900">
              <a:buFont typeface="Wingdings" panose="05000000000000000000" pitchFamily="2" charset="2"/>
              <a:buChar char="ü"/>
            </a:pPr>
            <a:endParaRPr lang="en-ZA" dirty="0"/>
          </a:p>
          <a:p>
            <a:pPr marL="342900" indent="-342900">
              <a:buFont typeface="Wingdings" panose="05000000000000000000" pitchFamily="2" charset="2"/>
              <a:buChar char="ü"/>
            </a:pPr>
            <a:r>
              <a:rPr lang="en-ZA" dirty="0"/>
              <a:t>Lessons Learned &amp; Q&amp;A</a:t>
            </a:r>
          </a:p>
        </p:txBody>
      </p:sp>
      <p:sp>
        <p:nvSpPr>
          <p:cNvPr id="4" name="Slide Number Placeholder 3">
            <a:extLst>
              <a:ext uri="{FF2B5EF4-FFF2-40B4-BE49-F238E27FC236}">
                <a16:creationId xmlns:a16="http://schemas.microsoft.com/office/drawing/2014/main" id="{BB50FD51-5040-35BB-3309-E529C95C4D43}"/>
              </a:ext>
            </a:extLst>
          </p:cNvPr>
          <p:cNvSpPr>
            <a:spLocks noGrp="1"/>
          </p:cNvSpPr>
          <p:nvPr>
            <p:ph type="sldNum" sz="quarter" idx="12"/>
          </p:nvPr>
        </p:nvSpPr>
        <p:spPr/>
        <p:txBody>
          <a:bodyPr/>
          <a:lstStyle/>
          <a:p>
            <a:fld id="{CBD12358-51D2-46B3-9BDE-DF29528B9454}" type="slidenum">
              <a:rPr lang="en-US" smtClean="0"/>
              <a:t>2</a:t>
            </a:fld>
            <a:endParaRPr lang="en-US" dirty="0"/>
          </a:p>
        </p:txBody>
      </p:sp>
    </p:spTree>
    <p:extLst>
      <p:ext uri="{BB962C8B-B14F-4D97-AF65-F5344CB8AC3E}">
        <p14:creationId xmlns:p14="http://schemas.microsoft.com/office/powerpoint/2010/main" val="7039102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78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2181D-911C-1343-7267-E35AC86CCA0E}"/>
              </a:ext>
            </a:extLst>
          </p:cNvPr>
          <p:cNvSpPr>
            <a:spLocks noGrp="1"/>
          </p:cNvSpPr>
          <p:nvPr>
            <p:ph type="title"/>
          </p:nvPr>
        </p:nvSpPr>
        <p:spPr>
          <a:xfrm>
            <a:off x="1078991" y="850392"/>
            <a:ext cx="4182121" cy="4800600"/>
          </a:xfrm>
          <a:noFill/>
        </p:spPr>
        <p:txBody>
          <a:bodyPr anchor="ctr">
            <a:noAutofit/>
          </a:bodyPr>
          <a:lstStyle/>
          <a:p>
            <a:r>
              <a:rPr lang="en-GB" dirty="0"/>
              <a:t>Problem Statement</a:t>
            </a:r>
            <a:br>
              <a:rPr lang="en-GB" dirty="0"/>
            </a:br>
            <a:br>
              <a:rPr lang="en-GB" dirty="0"/>
            </a:br>
            <a:r>
              <a:rPr lang="en-GB" sz="1800" b="0" dirty="0"/>
              <a:t>How can Belgium Campus IT Varsity use cloud technology to enable remote learning, improve collaboration, and reduce IT costs while keeping student data secure?</a:t>
            </a:r>
            <a:endParaRPr lang="en-US" sz="1800" b="0" dirty="0"/>
          </a:p>
        </p:txBody>
      </p:sp>
      <p:sp>
        <p:nvSpPr>
          <p:cNvPr id="3" name="Content Placeholder 2">
            <a:extLst>
              <a:ext uri="{FF2B5EF4-FFF2-40B4-BE49-F238E27FC236}">
                <a16:creationId xmlns:a16="http://schemas.microsoft.com/office/drawing/2014/main" id="{9BEA8735-F1DC-1DE6-0A38-429B2F660F8A}"/>
              </a:ext>
            </a:extLst>
          </p:cNvPr>
          <p:cNvSpPr>
            <a:spLocks noGrp="1"/>
          </p:cNvSpPr>
          <p:nvPr>
            <p:ph idx="1"/>
          </p:nvPr>
        </p:nvSpPr>
        <p:spPr>
          <a:xfrm>
            <a:off x="5548037" y="733540"/>
            <a:ext cx="5875337" cy="5034304"/>
          </a:xfrm>
          <a:noFill/>
        </p:spPr>
        <p:txBody>
          <a:bodyPr>
            <a:noAutofit/>
          </a:bodyPr>
          <a:lstStyle/>
          <a:p>
            <a:endParaRPr lang="en-GB" dirty="0"/>
          </a:p>
          <a:p>
            <a:r>
              <a:rPr lang="en-GB" dirty="0"/>
              <a:t>Belgium Campus IT Varsity faced several challenges:</a:t>
            </a:r>
          </a:p>
          <a:p>
            <a:endParaRPr lang="en-GB" dirty="0"/>
          </a:p>
          <a:p>
            <a:pPr marL="342900" indent="-342900">
              <a:buFont typeface="Wingdings" panose="05000000000000000000" pitchFamily="2" charset="2"/>
              <a:buChar char="v"/>
            </a:pPr>
            <a:r>
              <a:rPr lang="en-GB" dirty="0"/>
              <a:t>Limited scalability</a:t>
            </a:r>
          </a:p>
          <a:p>
            <a:pPr marL="342900" indent="-342900">
              <a:buFont typeface="Wingdings" panose="05000000000000000000" pitchFamily="2" charset="2"/>
              <a:buChar char="v"/>
            </a:pPr>
            <a:r>
              <a:rPr lang="en-GB" dirty="0"/>
              <a:t>Difficulty supporting remote learning</a:t>
            </a:r>
          </a:p>
          <a:p>
            <a:pPr marL="342900" indent="-342900">
              <a:buFont typeface="Wingdings" panose="05000000000000000000" pitchFamily="2" charset="2"/>
              <a:buChar char="v"/>
            </a:pPr>
            <a:r>
              <a:rPr lang="en-GB" dirty="0"/>
              <a:t>Limited collaboration tools</a:t>
            </a:r>
          </a:p>
          <a:p>
            <a:pPr marL="342900" indent="-342900">
              <a:buFont typeface="Wingdings" panose="05000000000000000000" pitchFamily="2" charset="2"/>
              <a:buChar char="v"/>
            </a:pPr>
            <a:r>
              <a:rPr lang="en-GB" dirty="0"/>
              <a:t>Security and access control concerns</a:t>
            </a:r>
          </a:p>
          <a:p>
            <a:pPr marL="342900" indent="-342900">
              <a:buFont typeface="Wingdings" panose="05000000000000000000" pitchFamily="2" charset="2"/>
              <a:buChar char="v"/>
            </a:pPr>
            <a:r>
              <a:rPr lang="en-GB" dirty="0"/>
              <a:t>High maintenance costs</a:t>
            </a:r>
            <a:endParaRPr lang="en-US" dirty="0"/>
          </a:p>
        </p:txBody>
      </p:sp>
      <p:sp>
        <p:nvSpPr>
          <p:cNvPr id="9" name="Slide Number Placeholder 8">
            <a:extLst>
              <a:ext uri="{FF2B5EF4-FFF2-40B4-BE49-F238E27FC236}">
                <a16:creationId xmlns:a16="http://schemas.microsoft.com/office/drawing/2014/main" id="{E6AA7FF5-11CA-8F71-5951-B1099396287A}"/>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3</a:t>
            </a:fld>
            <a:endParaRPr lang="en-US" dirty="0"/>
          </a:p>
        </p:txBody>
      </p:sp>
    </p:spTree>
    <p:extLst>
      <p:ext uri="{BB962C8B-B14F-4D97-AF65-F5344CB8AC3E}">
        <p14:creationId xmlns:p14="http://schemas.microsoft.com/office/powerpoint/2010/main" val="30185073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F9941-D17C-449A-B7E4-1B9AD8F9EDE6}"/>
              </a:ext>
            </a:extLst>
          </p:cNvPr>
          <p:cNvSpPr>
            <a:spLocks noGrp="1"/>
          </p:cNvSpPr>
          <p:nvPr>
            <p:ph type="title"/>
          </p:nvPr>
        </p:nvSpPr>
        <p:spPr/>
        <p:txBody>
          <a:bodyPr/>
          <a:lstStyle/>
          <a:p>
            <a:r>
              <a:rPr lang="en-ZA" dirty="0"/>
              <a:t>MILESTONE ONE</a:t>
            </a:r>
          </a:p>
        </p:txBody>
      </p:sp>
      <p:sp>
        <p:nvSpPr>
          <p:cNvPr id="3" name="Content Placeholder 2">
            <a:extLst>
              <a:ext uri="{FF2B5EF4-FFF2-40B4-BE49-F238E27FC236}">
                <a16:creationId xmlns:a16="http://schemas.microsoft.com/office/drawing/2014/main" id="{EE4CFC1F-96E1-5640-326B-2730CDE5CDB6}"/>
              </a:ext>
            </a:extLst>
          </p:cNvPr>
          <p:cNvSpPr>
            <a:spLocks noGrp="1"/>
          </p:cNvSpPr>
          <p:nvPr>
            <p:ph idx="13"/>
          </p:nvPr>
        </p:nvSpPr>
        <p:spPr/>
        <p:txBody>
          <a:bodyPr>
            <a:normAutofit lnSpcReduction="10000"/>
          </a:bodyPr>
          <a:lstStyle/>
          <a:p>
            <a:r>
              <a:rPr lang="en-GB" sz="2800" dirty="0"/>
              <a:t>In Milestone 1, we </a:t>
            </a:r>
            <a:r>
              <a:rPr lang="en-GB" sz="2800" dirty="0" err="1"/>
              <a:t>analyzed</a:t>
            </a:r>
            <a:r>
              <a:rPr lang="en-GB" sz="2800" dirty="0"/>
              <a:t> the needs of students, lecturers, and administrators, then designed a cloud architecture using Microsoft Azure. </a:t>
            </a:r>
          </a:p>
          <a:p>
            <a:r>
              <a:rPr lang="en-GB" sz="2800" dirty="0"/>
              <a:t>We created requirement analyses, user scenarios, selected appropriate cloud technologies (</a:t>
            </a:r>
            <a:r>
              <a:rPr lang="en-GB" sz="2800" dirty="0" err="1"/>
              <a:t>VNet</a:t>
            </a:r>
            <a:r>
              <a:rPr lang="en-GB" sz="2800" dirty="0"/>
              <a:t>, VMs, Storage, Entra ID), and developed a complete architecture diagram showing how all components would interact. This laid the foundation for the entire project.</a:t>
            </a:r>
            <a:endParaRPr lang="en-ZA" sz="2800" dirty="0"/>
          </a:p>
        </p:txBody>
      </p:sp>
      <p:sp>
        <p:nvSpPr>
          <p:cNvPr id="4" name="Slide Number Placeholder 3">
            <a:extLst>
              <a:ext uri="{FF2B5EF4-FFF2-40B4-BE49-F238E27FC236}">
                <a16:creationId xmlns:a16="http://schemas.microsoft.com/office/drawing/2014/main" id="{87474154-39DD-2E53-FFEF-B5602ECF5DF6}"/>
              </a:ext>
            </a:extLst>
          </p:cNvPr>
          <p:cNvSpPr>
            <a:spLocks noGrp="1"/>
          </p:cNvSpPr>
          <p:nvPr>
            <p:ph type="sldNum" sz="quarter" idx="12"/>
          </p:nvPr>
        </p:nvSpPr>
        <p:spPr/>
        <p:txBody>
          <a:bodyPr/>
          <a:lstStyle/>
          <a:p>
            <a:fld id="{CBD12358-51D2-46B3-9BDE-DF29528B9454}" type="slidenum">
              <a:rPr lang="en-US" smtClean="0"/>
              <a:t>4</a:t>
            </a:fld>
            <a:endParaRPr lang="en-US" dirty="0"/>
          </a:p>
        </p:txBody>
      </p:sp>
    </p:spTree>
    <p:extLst>
      <p:ext uri="{BB962C8B-B14F-4D97-AF65-F5344CB8AC3E}">
        <p14:creationId xmlns:p14="http://schemas.microsoft.com/office/powerpoint/2010/main" val="39137734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5E169-F5F2-683F-B279-E479FBAD64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CA8606-327B-217C-EA61-C589477E7D6B}"/>
              </a:ext>
            </a:extLst>
          </p:cNvPr>
          <p:cNvSpPr>
            <a:spLocks noGrp="1"/>
          </p:cNvSpPr>
          <p:nvPr>
            <p:ph type="title"/>
          </p:nvPr>
        </p:nvSpPr>
        <p:spPr/>
        <p:txBody>
          <a:bodyPr/>
          <a:lstStyle/>
          <a:p>
            <a:r>
              <a:rPr lang="en-ZA" dirty="0"/>
              <a:t>MILESTONE 2</a:t>
            </a:r>
          </a:p>
        </p:txBody>
      </p:sp>
      <p:sp>
        <p:nvSpPr>
          <p:cNvPr id="3" name="Content Placeholder 2">
            <a:extLst>
              <a:ext uri="{FF2B5EF4-FFF2-40B4-BE49-F238E27FC236}">
                <a16:creationId xmlns:a16="http://schemas.microsoft.com/office/drawing/2014/main" id="{52019AE6-1DCA-1B1E-F260-C27C2872CA95}"/>
              </a:ext>
            </a:extLst>
          </p:cNvPr>
          <p:cNvSpPr>
            <a:spLocks noGrp="1"/>
          </p:cNvSpPr>
          <p:nvPr>
            <p:ph idx="13"/>
          </p:nvPr>
        </p:nvSpPr>
        <p:spPr/>
        <p:txBody>
          <a:bodyPr>
            <a:normAutofit lnSpcReduction="10000"/>
          </a:bodyPr>
          <a:lstStyle/>
          <a:p>
            <a:r>
              <a:rPr lang="en-GB" sz="2800" dirty="0"/>
              <a:t>In Milestone 2, we built the actual cloud infrastructure in Azure. We deployed a Virtual Network with three subnets (Web, App, DB), created Network Security Groups to control traffic between tiers, launched Windows virtual machines, set up a storage account with blob containers, and configured Azure Bastion for secure remote access. </a:t>
            </a:r>
          </a:p>
          <a:p>
            <a:r>
              <a:rPr lang="en-GB" sz="2800" dirty="0"/>
              <a:t>All resources were organized in a single resource group called </a:t>
            </a:r>
            <a:r>
              <a:rPr lang="en-GB" sz="2800" dirty="0" err="1"/>
              <a:t>BelgiumCampus</a:t>
            </a:r>
            <a:r>
              <a:rPr lang="en-GB" sz="2800" dirty="0"/>
              <a:t>-RG.</a:t>
            </a:r>
          </a:p>
          <a:p>
            <a:endParaRPr lang="en-GB" sz="2800" dirty="0"/>
          </a:p>
          <a:p>
            <a:endParaRPr lang="en-ZA" dirty="0"/>
          </a:p>
        </p:txBody>
      </p:sp>
      <p:sp>
        <p:nvSpPr>
          <p:cNvPr id="4" name="Slide Number Placeholder 3">
            <a:extLst>
              <a:ext uri="{FF2B5EF4-FFF2-40B4-BE49-F238E27FC236}">
                <a16:creationId xmlns:a16="http://schemas.microsoft.com/office/drawing/2014/main" id="{332D6D80-4DCD-A705-EF45-7D15DEE235A3}"/>
              </a:ext>
            </a:extLst>
          </p:cNvPr>
          <p:cNvSpPr>
            <a:spLocks noGrp="1"/>
          </p:cNvSpPr>
          <p:nvPr>
            <p:ph type="sldNum" sz="quarter" idx="12"/>
          </p:nvPr>
        </p:nvSpPr>
        <p:spPr/>
        <p:txBody>
          <a:bodyPr/>
          <a:lstStyle/>
          <a:p>
            <a:fld id="{CBD12358-51D2-46B3-9BDE-DF29528B9454}" type="slidenum">
              <a:rPr lang="en-US" smtClean="0"/>
              <a:t>5</a:t>
            </a:fld>
            <a:endParaRPr lang="en-US" dirty="0"/>
          </a:p>
        </p:txBody>
      </p:sp>
    </p:spTree>
    <p:extLst>
      <p:ext uri="{BB962C8B-B14F-4D97-AF65-F5344CB8AC3E}">
        <p14:creationId xmlns:p14="http://schemas.microsoft.com/office/powerpoint/2010/main" val="40752489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B04FB-8CBB-4E32-EA83-2A42466CBF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614B59-676C-995B-F1B5-BA031C2EFAFA}"/>
              </a:ext>
            </a:extLst>
          </p:cNvPr>
          <p:cNvSpPr>
            <a:spLocks noGrp="1"/>
          </p:cNvSpPr>
          <p:nvPr>
            <p:ph type="title"/>
          </p:nvPr>
        </p:nvSpPr>
        <p:spPr/>
        <p:txBody>
          <a:bodyPr/>
          <a:lstStyle/>
          <a:p>
            <a:r>
              <a:rPr lang="en-ZA" dirty="0"/>
              <a:t>MILESTONE 3</a:t>
            </a:r>
          </a:p>
        </p:txBody>
      </p:sp>
      <p:sp>
        <p:nvSpPr>
          <p:cNvPr id="3" name="Content Placeholder 2">
            <a:extLst>
              <a:ext uri="{FF2B5EF4-FFF2-40B4-BE49-F238E27FC236}">
                <a16:creationId xmlns:a16="http://schemas.microsoft.com/office/drawing/2014/main" id="{47CE4346-4F85-80F9-A6EE-0E7B63F52C4F}"/>
              </a:ext>
            </a:extLst>
          </p:cNvPr>
          <p:cNvSpPr>
            <a:spLocks noGrp="1"/>
          </p:cNvSpPr>
          <p:nvPr>
            <p:ph idx="13"/>
          </p:nvPr>
        </p:nvSpPr>
        <p:spPr/>
        <p:txBody>
          <a:bodyPr>
            <a:normAutofit lnSpcReduction="10000"/>
          </a:bodyPr>
          <a:lstStyle/>
          <a:p>
            <a:r>
              <a:rPr lang="en-GB" sz="2800" dirty="0"/>
              <a:t>In Milestone 3, we enabled students and lecturers to access computing resources remotely. </a:t>
            </a:r>
          </a:p>
          <a:p>
            <a:r>
              <a:rPr lang="en-GB" sz="2800" dirty="0"/>
              <a:t>We configured Azure Bastion for secure RDP connections, created test users (Student and Lecturer) in Microsoft Entra ID, assigned them to security groups, and granted Virtual Machine User Login roles. </a:t>
            </a:r>
          </a:p>
          <a:p>
            <a:r>
              <a:rPr lang="en-GB" sz="2800" dirty="0"/>
              <a:t>We successfully connected to the Windows desktop remotely and verified that applications run correctly.</a:t>
            </a:r>
            <a:endParaRPr lang="en-ZA" sz="2800" dirty="0"/>
          </a:p>
        </p:txBody>
      </p:sp>
      <p:sp>
        <p:nvSpPr>
          <p:cNvPr id="4" name="Slide Number Placeholder 3">
            <a:extLst>
              <a:ext uri="{FF2B5EF4-FFF2-40B4-BE49-F238E27FC236}">
                <a16:creationId xmlns:a16="http://schemas.microsoft.com/office/drawing/2014/main" id="{998FB3CC-97D0-90B6-7F9A-3A12918AD70B}"/>
              </a:ext>
            </a:extLst>
          </p:cNvPr>
          <p:cNvSpPr>
            <a:spLocks noGrp="1"/>
          </p:cNvSpPr>
          <p:nvPr>
            <p:ph type="sldNum" sz="quarter" idx="12"/>
          </p:nvPr>
        </p:nvSpPr>
        <p:spPr/>
        <p:txBody>
          <a:bodyPr/>
          <a:lstStyle/>
          <a:p>
            <a:fld id="{CBD12358-51D2-46B3-9BDE-DF29528B9454}" type="slidenum">
              <a:rPr lang="en-US" smtClean="0"/>
              <a:t>6</a:t>
            </a:fld>
            <a:endParaRPr lang="en-US" dirty="0"/>
          </a:p>
        </p:txBody>
      </p:sp>
    </p:spTree>
    <p:extLst>
      <p:ext uri="{BB962C8B-B14F-4D97-AF65-F5344CB8AC3E}">
        <p14:creationId xmlns:p14="http://schemas.microsoft.com/office/powerpoint/2010/main" val="6014872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61375-7608-5417-8CC0-C8789FB061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E61A0E-3829-18DE-38FC-8A9FB4E8AB09}"/>
              </a:ext>
            </a:extLst>
          </p:cNvPr>
          <p:cNvSpPr>
            <a:spLocks noGrp="1"/>
          </p:cNvSpPr>
          <p:nvPr>
            <p:ph type="title"/>
          </p:nvPr>
        </p:nvSpPr>
        <p:spPr/>
        <p:txBody>
          <a:bodyPr/>
          <a:lstStyle/>
          <a:p>
            <a:r>
              <a:rPr lang="en-ZA" dirty="0"/>
              <a:t>MILESTONE 4</a:t>
            </a:r>
          </a:p>
        </p:txBody>
      </p:sp>
      <p:sp>
        <p:nvSpPr>
          <p:cNvPr id="3" name="Content Placeholder 2">
            <a:extLst>
              <a:ext uri="{FF2B5EF4-FFF2-40B4-BE49-F238E27FC236}">
                <a16:creationId xmlns:a16="http://schemas.microsoft.com/office/drawing/2014/main" id="{A2D76DAE-4E99-D206-EB57-095C592F8C95}"/>
              </a:ext>
            </a:extLst>
          </p:cNvPr>
          <p:cNvSpPr>
            <a:spLocks noGrp="1"/>
          </p:cNvSpPr>
          <p:nvPr>
            <p:ph idx="13"/>
          </p:nvPr>
        </p:nvSpPr>
        <p:spPr/>
        <p:txBody>
          <a:bodyPr>
            <a:normAutofit lnSpcReduction="10000"/>
          </a:bodyPr>
          <a:lstStyle/>
          <a:p>
            <a:r>
              <a:rPr lang="en-GB" sz="2800" dirty="0"/>
              <a:t>In Milestone 4, we focused on secure storage and collaboration. </a:t>
            </a:r>
          </a:p>
          <a:p>
            <a:r>
              <a:rPr lang="en-GB" sz="2800" dirty="0"/>
              <a:t>We created blob containers for course materials and student submissions, set up a file share for group project collaboration, configured IAM roles (Storage Blob Data Reader for students, Contributor for lecturers, Owner for administrators), and enabled data protection features including blob versioning, soft delete, and encryption at rest.</a:t>
            </a:r>
            <a:endParaRPr lang="en-ZA" sz="2800" dirty="0"/>
          </a:p>
        </p:txBody>
      </p:sp>
      <p:sp>
        <p:nvSpPr>
          <p:cNvPr id="4" name="Slide Number Placeholder 3">
            <a:extLst>
              <a:ext uri="{FF2B5EF4-FFF2-40B4-BE49-F238E27FC236}">
                <a16:creationId xmlns:a16="http://schemas.microsoft.com/office/drawing/2014/main" id="{F4793B99-74C6-6859-C4B8-32AC31F7B567}"/>
              </a:ext>
            </a:extLst>
          </p:cNvPr>
          <p:cNvSpPr>
            <a:spLocks noGrp="1"/>
          </p:cNvSpPr>
          <p:nvPr>
            <p:ph type="sldNum" sz="quarter" idx="12"/>
          </p:nvPr>
        </p:nvSpPr>
        <p:spPr/>
        <p:txBody>
          <a:bodyPr/>
          <a:lstStyle/>
          <a:p>
            <a:fld id="{CBD12358-51D2-46B3-9BDE-DF29528B9454}" type="slidenum">
              <a:rPr lang="en-US" smtClean="0"/>
              <a:t>7</a:t>
            </a:fld>
            <a:endParaRPr lang="en-US" dirty="0"/>
          </a:p>
        </p:txBody>
      </p:sp>
    </p:spTree>
    <p:extLst>
      <p:ext uri="{BB962C8B-B14F-4D97-AF65-F5344CB8AC3E}">
        <p14:creationId xmlns:p14="http://schemas.microsoft.com/office/powerpoint/2010/main" val="16579671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1E906-9F35-D95E-F2C5-5DEB449FAD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FC5D6C-4BD1-2DAE-38FC-236A2CD0F5E9}"/>
              </a:ext>
            </a:extLst>
          </p:cNvPr>
          <p:cNvSpPr>
            <a:spLocks noGrp="1"/>
          </p:cNvSpPr>
          <p:nvPr>
            <p:ph type="title"/>
          </p:nvPr>
        </p:nvSpPr>
        <p:spPr/>
        <p:txBody>
          <a:bodyPr/>
          <a:lstStyle/>
          <a:p>
            <a:r>
              <a:rPr lang="en-ZA" dirty="0"/>
              <a:t>MILESTONE 5</a:t>
            </a:r>
          </a:p>
        </p:txBody>
      </p:sp>
      <p:sp>
        <p:nvSpPr>
          <p:cNvPr id="3" name="Content Placeholder 2">
            <a:extLst>
              <a:ext uri="{FF2B5EF4-FFF2-40B4-BE49-F238E27FC236}">
                <a16:creationId xmlns:a16="http://schemas.microsoft.com/office/drawing/2014/main" id="{1149ABC2-2CFA-A0BD-8DA0-D0652B338E05}"/>
              </a:ext>
            </a:extLst>
          </p:cNvPr>
          <p:cNvSpPr>
            <a:spLocks noGrp="1"/>
          </p:cNvSpPr>
          <p:nvPr>
            <p:ph idx="13"/>
          </p:nvPr>
        </p:nvSpPr>
        <p:spPr/>
        <p:txBody>
          <a:bodyPr>
            <a:normAutofit lnSpcReduction="10000"/>
          </a:bodyPr>
          <a:lstStyle/>
          <a:p>
            <a:r>
              <a:rPr lang="en-GB" sz="2800" dirty="0"/>
              <a:t>In Milestone 5, we tested all system components to verify they work correctly, used Azure Monitor to track performance metrics (CPU usage, storage transactions), documented optimization recommendations for performance, scalability, and cost efficiency, and prepared the final system documentation. </a:t>
            </a:r>
          </a:p>
          <a:p>
            <a:r>
              <a:rPr lang="en-GB" sz="2800" dirty="0"/>
              <a:t>All tests passed, confirming the system is ready for production use.</a:t>
            </a:r>
            <a:endParaRPr lang="en-ZA" sz="2800" dirty="0"/>
          </a:p>
        </p:txBody>
      </p:sp>
      <p:sp>
        <p:nvSpPr>
          <p:cNvPr id="4" name="Slide Number Placeholder 3">
            <a:extLst>
              <a:ext uri="{FF2B5EF4-FFF2-40B4-BE49-F238E27FC236}">
                <a16:creationId xmlns:a16="http://schemas.microsoft.com/office/drawing/2014/main" id="{8BA24645-AA5F-DADB-6B1F-6634E208A785}"/>
              </a:ext>
            </a:extLst>
          </p:cNvPr>
          <p:cNvSpPr>
            <a:spLocks noGrp="1"/>
          </p:cNvSpPr>
          <p:nvPr>
            <p:ph type="sldNum" sz="quarter" idx="12"/>
          </p:nvPr>
        </p:nvSpPr>
        <p:spPr/>
        <p:txBody>
          <a:bodyPr/>
          <a:lstStyle/>
          <a:p>
            <a:fld id="{CBD12358-51D2-46B3-9BDE-DF29528B9454}" type="slidenum">
              <a:rPr lang="en-US" smtClean="0"/>
              <a:t>8</a:t>
            </a:fld>
            <a:endParaRPr lang="en-US" dirty="0"/>
          </a:p>
        </p:txBody>
      </p:sp>
    </p:spTree>
    <p:extLst>
      <p:ext uri="{BB962C8B-B14F-4D97-AF65-F5344CB8AC3E}">
        <p14:creationId xmlns:p14="http://schemas.microsoft.com/office/powerpoint/2010/main" val="34772354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7800000" scaled="0"/>
        </a:gradFill>
        <a:effectLst/>
      </p:bgPr>
    </p:bg>
    <p:spTree>
      <p:nvGrpSpPr>
        <p:cNvPr id="1" name="">
          <a:extLst>
            <a:ext uri="{FF2B5EF4-FFF2-40B4-BE49-F238E27FC236}">
              <a16:creationId xmlns:a16="http://schemas.microsoft.com/office/drawing/2014/main" id="{49204A6C-F767-3663-05CA-23F08395AA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D8754E-F76B-2AE5-7341-11E47A5F3B3A}"/>
              </a:ext>
            </a:extLst>
          </p:cNvPr>
          <p:cNvSpPr>
            <a:spLocks noGrp="1"/>
          </p:cNvSpPr>
          <p:nvPr>
            <p:ph type="title"/>
          </p:nvPr>
        </p:nvSpPr>
        <p:spPr>
          <a:xfrm>
            <a:off x="588662" y="850393"/>
            <a:ext cx="4681080" cy="4800600"/>
          </a:xfrm>
          <a:noFill/>
        </p:spPr>
        <p:txBody>
          <a:bodyPr anchor="ctr">
            <a:noAutofit/>
          </a:bodyPr>
          <a:lstStyle/>
          <a:p>
            <a:r>
              <a:rPr lang="en-US" dirty="0"/>
              <a:t>Solution Overview</a:t>
            </a:r>
            <a:br>
              <a:rPr lang="en-US" dirty="0"/>
            </a:br>
            <a:br>
              <a:rPr lang="en-US" dirty="0"/>
            </a:br>
            <a:r>
              <a:rPr lang="en-GB" sz="2000" dirty="0"/>
              <a:t>We built a cloud solution on Microsoft Azure that students can access remotely to run applications and submit assignments. Lecturers can upload course materials and manage submissions, while file shares allow group collaboration with proper security controls in place.</a:t>
            </a:r>
            <a:endParaRPr lang="en-US" sz="2000" dirty="0"/>
          </a:p>
        </p:txBody>
      </p:sp>
      <p:sp>
        <p:nvSpPr>
          <p:cNvPr id="3" name="Content Placeholder 2">
            <a:extLst>
              <a:ext uri="{FF2B5EF4-FFF2-40B4-BE49-F238E27FC236}">
                <a16:creationId xmlns:a16="http://schemas.microsoft.com/office/drawing/2014/main" id="{FEA0A455-FF87-9406-EC81-939845D93783}"/>
              </a:ext>
            </a:extLst>
          </p:cNvPr>
          <p:cNvSpPr>
            <a:spLocks noGrp="1"/>
          </p:cNvSpPr>
          <p:nvPr>
            <p:ph idx="1"/>
          </p:nvPr>
        </p:nvSpPr>
        <p:spPr>
          <a:xfrm>
            <a:off x="5269742" y="1544408"/>
            <a:ext cx="6604206" cy="3769184"/>
          </a:xfrm>
          <a:noFill/>
        </p:spPr>
        <p:txBody>
          <a:bodyPr>
            <a:noAutofit/>
          </a:bodyPr>
          <a:lstStyle/>
          <a:p>
            <a:endParaRPr lang="en-US" dirty="0"/>
          </a:p>
          <a:p>
            <a:pPr marL="342900" indent="-342900">
              <a:buFont typeface="Wingdings" panose="05000000000000000000" pitchFamily="2" charset="2"/>
              <a:buChar char="v"/>
            </a:pPr>
            <a:r>
              <a:rPr lang="en-US" dirty="0"/>
              <a:t>Cloud provider: Microsoft Azure</a:t>
            </a:r>
          </a:p>
          <a:p>
            <a:pPr marL="342900" indent="-342900">
              <a:buFont typeface="Wingdings" panose="05000000000000000000" pitchFamily="2" charset="2"/>
              <a:buChar char="v"/>
            </a:pPr>
            <a:endParaRPr lang="en-US" dirty="0"/>
          </a:p>
          <a:p>
            <a:pPr marL="342900" indent="-342900">
              <a:buFont typeface="Wingdings" panose="05000000000000000000" pitchFamily="2" charset="2"/>
              <a:buChar char="v"/>
            </a:pPr>
            <a:r>
              <a:rPr lang="en-US" dirty="0"/>
              <a:t>Region: South Africa North</a:t>
            </a:r>
          </a:p>
          <a:p>
            <a:pPr marL="342900" indent="-342900">
              <a:buFont typeface="Wingdings" panose="05000000000000000000" pitchFamily="2" charset="2"/>
              <a:buChar char="v"/>
            </a:pPr>
            <a:endParaRPr lang="en-US" dirty="0"/>
          </a:p>
          <a:p>
            <a:pPr marL="342900" indent="-342900">
              <a:buFont typeface="Wingdings" panose="05000000000000000000" pitchFamily="2" charset="2"/>
              <a:buChar char="v"/>
            </a:pPr>
            <a:r>
              <a:rPr lang="en-US" dirty="0"/>
              <a:t>Hybrid cloud approach (on-premises + cloud)</a:t>
            </a:r>
          </a:p>
          <a:p>
            <a:pPr marL="342900" indent="-342900">
              <a:buFont typeface="Wingdings" panose="05000000000000000000" pitchFamily="2" charset="2"/>
              <a:buChar char="v"/>
            </a:pPr>
            <a:endParaRPr lang="en-US" dirty="0"/>
          </a:p>
          <a:p>
            <a:pPr marL="342900" indent="-342900">
              <a:buFont typeface="Wingdings" panose="05000000000000000000" pitchFamily="2" charset="2"/>
              <a:buChar char="v"/>
            </a:pPr>
            <a:r>
              <a:rPr lang="en-US" dirty="0"/>
              <a:t>Three-tier architecture (Web, App, Database)</a:t>
            </a:r>
          </a:p>
        </p:txBody>
      </p:sp>
      <p:sp>
        <p:nvSpPr>
          <p:cNvPr id="9" name="Slide Number Placeholder 8">
            <a:extLst>
              <a:ext uri="{FF2B5EF4-FFF2-40B4-BE49-F238E27FC236}">
                <a16:creationId xmlns:a16="http://schemas.microsoft.com/office/drawing/2014/main" id="{F06238D0-D011-3698-CCA0-F803FD438EB9}"/>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9</a:t>
            </a:fld>
            <a:endParaRPr lang="en-US" dirty="0"/>
          </a:p>
        </p:txBody>
      </p:sp>
    </p:spTree>
    <p:extLst>
      <p:ext uri="{BB962C8B-B14F-4D97-AF65-F5344CB8AC3E}">
        <p14:creationId xmlns:p14="http://schemas.microsoft.com/office/powerpoint/2010/main" val="8731235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0BBAC-2D99-3FED-2464-B7951A21D6DB}"/>
              </a:ext>
            </a:extLst>
          </p:cNvPr>
          <p:cNvSpPr>
            <a:spLocks noGrp="1"/>
          </p:cNvSpPr>
          <p:nvPr>
            <p:ph type="title"/>
          </p:nvPr>
        </p:nvSpPr>
        <p:spPr>
          <a:xfrm>
            <a:off x="3143548" y="294999"/>
            <a:ext cx="5904904" cy="906449"/>
          </a:xfrm>
        </p:spPr>
        <p:txBody>
          <a:bodyPr/>
          <a:lstStyle/>
          <a:p>
            <a:r>
              <a:rPr lang="en-ZA" dirty="0"/>
              <a:t>Architecture diagram</a:t>
            </a:r>
          </a:p>
        </p:txBody>
      </p:sp>
      <p:pic>
        <p:nvPicPr>
          <p:cNvPr id="6" name="Content Placeholder 5">
            <a:extLst>
              <a:ext uri="{FF2B5EF4-FFF2-40B4-BE49-F238E27FC236}">
                <a16:creationId xmlns:a16="http://schemas.microsoft.com/office/drawing/2014/main" id="{5C744629-254D-40C0-330A-1E325365B165}"/>
              </a:ext>
            </a:extLst>
          </p:cNvPr>
          <p:cNvPicPr>
            <a:picLocks noGrp="1" noChangeAspect="1"/>
          </p:cNvPicPr>
          <p:nvPr>
            <p:ph idx="1"/>
          </p:nvPr>
        </p:nvPicPr>
        <p:blipFill>
          <a:blip r:embed="rId2"/>
          <a:stretch>
            <a:fillRect/>
          </a:stretch>
        </p:blipFill>
        <p:spPr>
          <a:xfrm>
            <a:off x="2290979" y="1272208"/>
            <a:ext cx="7687908" cy="5344927"/>
          </a:xfrm>
          <a:prstGeom prst="rect">
            <a:avLst/>
          </a:prstGeom>
        </p:spPr>
      </p:pic>
      <p:sp>
        <p:nvSpPr>
          <p:cNvPr id="4" name="Slide Number Placeholder 3">
            <a:extLst>
              <a:ext uri="{FF2B5EF4-FFF2-40B4-BE49-F238E27FC236}">
                <a16:creationId xmlns:a16="http://schemas.microsoft.com/office/drawing/2014/main" id="{079EA61F-F1F7-FC95-B67D-5B84E5444717}"/>
              </a:ext>
            </a:extLst>
          </p:cNvPr>
          <p:cNvSpPr>
            <a:spLocks noGrp="1"/>
          </p:cNvSpPr>
          <p:nvPr>
            <p:ph type="sldNum" sz="quarter" idx="12"/>
          </p:nvPr>
        </p:nvSpPr>
        <p:spPr/>
        <p:txBody>
          <a:bodyPr/>
          <a:lstStyle/>
          <a:p>
            <a:fld id="{CBD12358-51D2-46B3-9BDE-DF29528B9454}" type="slidenum">
              <a:rPr lang="en-US" smtClean="0"/>
              <a:t>10</a:t>
            </a:fld>
            <a:endParaRPr lang="en-US" dirty="0"/>
          </a:p>
        </p:txBody>
      </p:sp>
    </p:spTree>
    <p:extLst>
      <p:ext uri="{BB962C8B-B14F-4D97-AF65-F5344CB8AC3E}">
        <p14:creationId xmlns:p14="http://schemas.microsoft.com/office/powerpoint/2010/main" val="23205726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5F566-30A0-A1E5-F19C-41D407552BDC}"/>
              </a:ext>
            </a:extLst>
          </p:cNvPr>
          <p:cNvSpPr>
            <a:spLocks noGrp="1"/>
          </p:cNvSpPr>
          <p:nvPr>
            <p:ph type="title"/>
          </p:nvPr>
        </p:nvSpPr>
        <p:spPr>
          <a:xfrm>
            <a:off x="1078992" y="365760"/>
            <a:ext cx="10506456" cy="1118483"/>
          </a:xfrm>
        </p:spPr>
        <p:txBody>
          <a:bodyPr/>
          <a:lstStyle/>
          <a:p>
            <a:r>
              <a:rPr lang="en-ZA" dirty="0"/>
              <a:t>Cloud Architecture</a:t>
            </a:r>
          </a:p>
        </p:txBody>
      </p:sp>
      <p:graphicFrame>
        <p:nvGraphicFramePr>
          <p:cNvPr id="6" name="Content Placeholder 5">
            <a:extLst>
              <a:ext uri="{FF2B5EF4-FFF2-40B4-BE49-F238E27FC236}">
                <a16:creationId xmlns:a16="http://schemas.microsoft.com/office/drawing/2014/main" id="{2A655854-8FE6-F200-8DE0-19992AA3D12F}"/>
              </a:ext>
            </a:extLst>
          </p:cNvPr>
          <p:cNvGraphicFramePr>
            <a:graphicFrameLocks noGrp="1"/>
          </p:cNvGraphicFramePr>
          <p:nvPr>
            <p:ph sz="half" idx="1"/>
            <p:extLst>
              <p:ext uri="{D42A27DB-BD31-4B8C-83A1-F6EECF244321}">
                <p14:modId xmlns:p14="http://schemas.microsoft.com/office/powerpoint/2010/main" val="2678148823"/>
              </p:ext>
            </p:extLst>
          </p:nvPr>
        </p:nvGraphicFramePr>
        <p:xfrm>
          <a:off x="4890052" y="3428999"/>
          <a:ext cx="6695397" cy="2773016"/>
        </p:xfrm>
        <a:graphic>
          <a:graphicData uri="http://schemas.openxmlformats.org/drawingml/2006/table">
            <a:tbl>
              <a:tblPr firstRow="1" bandRow="1">
                <a:tableStyleId>{0E3FDE45-AF77-4B5C-9715-49D594BDF05E}</a:tableStyleId>
              </a:tblPr>
              <a:tblGrid>
                <a:gridCol w="2231799">
                  <a:extLst>
                    <a:ext uri="{9D8B030D-6E8A-4147-A177-3AD203B41FA5}">
                      <a16:colId xmlns:a16="http://schemas.microsoft.com/office/drawing/2014/main" val="886978324"/>
                    </a:ext>
                  </a:extLst>
                </a:gridCol>
                <a:gridCol w="2231799">
                  <a:extLst>
                    <a:ext uri="{9D8B030D-6E8A-4147-A177-3AD203B41FA5}">
                      <a16:colId xmlns:a16="http://schemas.microsoft.com/office/drawing/2014/main" val="2554464988"/>
                    </a:ext>
                  </a:extLst>
                </a:gridCol>
                <a:gridCol w="2231799">
                  <a:extLst>
                    <a:ext uri="{9D8B030D-6E8A-4147-A177-3AD203B41FA5}">
                      <a16:colId xmlns:a16="http://schemas.microsoft.com/office/drawing/2014/main" val="1838517162"/>
                    </a:ext>
                  </a:extLst>
                </a:gridCol>
              </a:tblGrid>
              <a:tr h="530639">
                <a:tc>
                  <a:txBody>
                    <a:bodyPr/>
                    <a:lstStyle/>
                    <a:p>
                      <a:pPr algn="l">
                        <a:lnSpc>
                          <a:spcPts val="1875"/>
                        </a:lnSpc>
                        <a:buNone/>
                      </a:pPr>
                      <a:r>
                        <a:rPr lang="en-ZA" b="0" dirty="0">
                          <a:effectLst/>
                          <a:latin typeface="quote-cjk-patch"/>
                        </a:rPr>
                        <a:t>Tier</a:t>
                      </a:r>
                    </a:p>
                  </a:txBody>
                  <a:tcPr marR="121920" marT="76200" marB="76200" anchor="ctr"/>
                </a:tc>
                <a:tc>
                  <a:txBody>
                    <a:bodyPr/>
                    <a:lstStyle/>
                    <a:p>
                      <a:pPr algn="l">
                        <a:lnSpc>
                          <a:spcPts val="1875"/>
                        </a:lnSpc>
                        <a:buNone/>
                      </a:pPr>
                      <a:r>
                        <a:rPr lang="en-ZA" b="0">
                          <a:effectLst/>
                          <a:latin typeface="quote-cjk-patch"/>
                        </a:rPr>
                        <a:t>Components</a:t>
                      </a:r>
                    </a:p>
                  </a:txBody>
                  <a:tcPr marL="121920" marR="121920" marT="76200" marB="76200" anchor="ctr"/>
                </a:tc>
                <a:tc>
                  <a:txBody>
                    <a:bodyPr/>
                    <a:lstStyle/>
                    <a:p>
                      <a:pPr algn="l">
                        <a:lnSpc>
                          <a:spcPts val="1875"/>
                        </a:lnSpc>
                        <a:buNone/>
                      </a:pPr>
                      <a:r>
                        <a:rPr lang="en-ZA" b="0">
                          <a:effectLst/>
                          <a:latin typeface="quote-cjk-patch"/>
                        </a:rPr>
                        <a:t>Purpose</a:t>
                      </a:r>
                    </a:p>
                  </a:txBody>
                  <a:tcPr marL="121920" marR="121920" marT="76200" marB="76200" anchor="ctr"/>
                </a:tc>
                <a:extLst>
                  <a:ext uri="{0D108BD9-81ED-4DB2-BD59-A6C34878D82A}">
                    <a16:rowId xmlns:a16="http://schemas.microsoft.com/office/drawing/2014/main" val="3783981716"/>
                  </a:ext>
                </a:extLst>
              </a:tr>
              <a:tr h="530639">
                <a:tc>
                  <a:txBody>
                    <a:bodyPr/>
                    <a:lstStyle/>
                    <a:p>
                      <a:pPr>
                        <a:lnSpc>
                          <a:spcPts val="1875"/>
                        </a:lnSpc>
                        <a:buNone/>
                      </a:pPr>
                      <a:r>
                        <a:rPr lang="en-ZA" b="0">
                          <a:effectLst/>
                          <a:latin typeface="quote-cjk-patch"/>
                        </a:rPr>
                        <a:t>Web</a:t>
                      </a:r>
                    </a:p>
                  </a:txBody>
                  <a:tcPr marR="121920" marT="76200" marB="76200" anchor="ctr"/>
                </a:tc>
                <a:tc>
                  <a:txBody>
                    <a:bodyPr/>
                    <a:lstStyle/>
                    <a:p>
                      <a:pPr>
                        <a:lnSpc>
                          <a:spcPts val="1875"/>
                        </a:lnSpc>
                        <a:buNone/>
                      </a:pPr>
                      <a:r>
                        <a:rPr lang="en-ZA" b="0">
                          <a:effectLst/>
                          <a:latin typeface="quote-cjk-patch"/>
                        </a:rPr>
                        <a:t>Web-VM</a:t>
                      </a:r>
                    </a:p>
                  </a:txBody>
                  <a:tcPr marL="121920" marR="121920" marT="76200" marB="76200" anchor="ctr"/>
                </a:tc>
                <a:tc>
                  <a:txBody>
                    <a:bodyPr/>
                    <a:lstStyle/>
                    <a:p>
                      <a:pPr>
                        <a:lnSpc>
                          <a:spcPts val="1875"/>
                        </a:lnSpc>
                        <a:buNone/>
                      </a:pPr>
                      <a:r>
                        <a:rPr lang="en-ZA" b="0">
                          <a:effectLst/>
                          <a:latin typeface="quote-cjk-patch"/>
                        </a:rPr>
                        <a:t>Hosts web portal</a:t>
                      </a:r>
                    </a:p>
                  </a:txBody>
                  <a:tcPr marL="121920" marT="76200" marB="76200" anchor="ctr"/>
                </a:tc>
                <a:extLst>
                  <a:ext uri="{0D108BD9-81ED-4DB2-BD59-A6C34878D82A}">
                    <a16:rowId xmlns:a16="http://schemas.microsoft.com/office/drawing/2014/main" val="2939644808"/>
                  </a:ext>
                </a:extLst>
              </a:tr>
              <a:tr h="855869">
                <a:tc>
                  <a:txBody>
                    <a:bodyPr/>
                    <a:lstStyle/>
                    <a:p>
                      <a:pPr>
                        <a:lnSpc>
                          <a:spcPts val="1875"/>
                        </a:lnSpc>
                        <a:buNone/>
                      </a:pPr>
                      <a:r>
                        <a:rPr lang="en-ZA" b="0">
                          <a:effectLst/>
                          <a:latin typeface="quote-cjk-patch"/>
                        </a:rPr>
                        <a:t>App</a:t>
                      </a:r>
                    </a:p>
                  </a:txBody>
                  <a:tcPr marR="121920" marT="76200" marB="76200" anchor="ctr"/>
                </a:tc>
                <a:tc>
                  <a:txBody>
                    <a:bodyPr/>
                    <a:lstStyle/>
                    <a:p>
                      <a:pPr>
                        <a:lnSpc>
                          <a:spcPts val="1875"/>
                        </a:lnSpc>
                        <a:buNone/>
                      </a:pPr>
                      <a:r>
                        <a:rPr lang="en-ZA" b="0" dirty="0">
                          <a:effectLst/>
                          <a:latin typeface="quote-cjk-patch"/>
                        </a:rPr>
                        <a:t>App-VM</a:t>
                      </a:r>
                    </a:p>
                  </a:txBody>
                  <a:tcPr marL="121920" marR="121920" marT="76200" marB="76200" anchor="ctr"/>
                </a:tc>
                <a:tc>
                  <a:txBody>
                    <a:bodyPr/>
                    <a:lstStyle/>
                    <a:p>
                      <a:pPr>
                        <a:lnSpc>
                          <a:spcPts val="1875"/>
                        </a:lnSpc>
                        <a:buNone/>
                      </a:pPr>
                      <a:r>
                        <a:rPr lang="en-ZA" b="0">
                          <a:effectLst/>
                          <a:latin typeface="quote-cjk-patch"/>
                        </a:rPr>
                        <a:t>Processes business logic</a:t>
                      </a:r>
                    </a:p>
                  </a:txBody>
                  <a:tcPr marL="121920" marT="76200" marB="76200" anchor="ctr"/>
                </a:tc>
                <a:extLst>
                  <a:ext uri="{0D108BD9-81ED-4DB2-BD59-A6C34878D82A}">
                    <a16:rowId xmlns:a16="http://schemas.microsoft.com/office/drawing/2014/main" val="2924021145"/>
                  </a:ext>
                </a:extLst>
              </a:tr>
              <a:tr h="855869">
                <a:tc>
                  <a:txBody>
                    <a:bodyPr/>
                    <a:lstStyle/>
                    <a:p>
                      <a:pPr>
                        <a:lnSpc>
                          <a:spcPts val="1875"/>
                        </a:lnSpc>
                        <a:buNone/>
                      </a:pPr>
                      <a:r>
                        <a:rPr lang="en-ZA" b="0">
                          <a:effectLst/>
                          <a:latin typeface="quote-cjk-patch"/>
                        </a:rPr>
                        <a:t>Data</a:t>
                      </a:r>
                    </a:p>
                  </a:txBody>
                  <a:tcPr marR="121920" marT="76200" marB="76200" anchor="ctr"/>
                </a:tc>
                <a:tc>
                  <a:txBody>
                    <a:bodyPr/>
                    <a:lstStyle/>
                    <a:p>
                      <a:pPr>
                        <a:lnSpc>
                          <a:spcPts val="1875"/>
                        </a:lnSpc>
                        <a:buNone/>
                      </a:pPr>
                      <a:r>
                        <a:rPr lang="en-ZA" b="0">
                          <a:effectLst/>
                          <a:latin typeface="quote-cjk-patch"/>
                        </a:rPr>
                        <a:t>Storage Account, SQL</a:t>
                      </a:r>
                    </a:p>
                  </a:txBody>
                  <a:tcPr marL="121920" marR="121920" marT="76200" marB="76200" anchor="ctr"/>
                </a:tc>
                <a:tc>
                  <a:txBody>
                    <a:bodyPr/>
                    <a:lstStyle/>
                    <a:p>
                      <a:pPr>
                        <a:lnSpc>
                          <a:spcPts val="1875"/>
                        </a:lnSpc>
                        <a:buNone/>
                      </a:pPr>
                      <a:r>
                        <a:rPr lang="en-GB" b="0" dirty="0">
                          <a:effectLst/>
                          <a:latin typeface="quote-cjk-patch"/>
                        </a:rPr>
                        <a:t>Stores academic files and records</a:t>
                      </a:r>
                    </a:p>
                  </a:txBody>
                  <a:tcPr marL="121920" marT="76200" marB="76200" anchor="ctr"/>
                </a:tc>
                <a:extLst>
                  <a:ext uri="{0D108BD9-81ED-4DB2-BD59-A6C34878D82A}">
                    <a16:rowId xmlns:a16="http://schemas.microsoft.com/office/drawing/2014/main" val="1882520871"/>
                  </a:ext>
                </a:extLst>
              </a:tr>
            </a:tbl>
          </a:graphicData>
        </a:graphic>
      </p:graphicFrame>
      <p:sp>
        <p:nvSpPr>
          <p:cNvPr id="4" name="Content Placeholder 3">
            <a:extLst>
              <a:ext uri="{FF2B5EF4-FFF2-40B4-BE49-F238E27FC236}">
                <a16:creationId xmlns:a16="http://schemas.microsoft.com/office/drawing/2014/main" id="{B8E5B7A1-91F4-84AA-5D77-24389FC4643F}"/>
              </a:ext>
            </a:extLst>
          </p:cNvPr>
          <p:cNvSpPr>
            <a:spLocks noGrp="1"/>
          </p:cNvSpPr>
          <p:nvPr>
            <p:ph sz="half" idx="2"/>
          </p:nvPr>
        </p:nvSpPr>
        <p:spPr>
          <a:xfrm>
            <a:off x="728870" y="1654920"/>
            <a:ext cx="5777947" cy="1774080"/>
          </a:xfrm>
        </p:spPr>
        <p:txBody>
          <a:bodyPr>
            <a:normAutofit/>
          </a:bodyPr>
          <a:lstStyle/>
          <a:p>
            <a:r>
              <a:rPr lang="en-ZA" b="1" i="0" u="sng" dirty="0">
                <a:solidFill>
                  <a:srgbClr val="0F1115"/>
                </a:solidFill>
                <a:effectLst/>
                <a:latin typeface="quote-cjk-patch"/>
              </a:rPr>
              <a:t>Three-Tier Architecture:</a:t>
            </a:r>
            <a:endParaRPr lang="en-ZA" u="sng" dirty="0"/>
          </a:p>
          <a:p>
            <a:endParaRPr lang="en-ZA" dirty="0"/>
          </a:p>
          <a:p>
            <a:r>
              <a:rPr lang="en-ZA" dirty="0"/>
              <a:t>[Users] → [Web Tier] → [App Tier] → [Data Tier]</a:t>
            </a:r>
          </a:p>
          <a:p>
            <a:r>
              <a:rPr lang="en-ZA" dirty="0"/>
              <a:t>           (Frontend)    (Logic)      (Storage)</a:t>
            </a:r>
          </a:p>
        </p:txBody>
      </p:sp>
      <p:sp>
        <p:nvSpPr>
          <p:cNvPr id="5" name="Slide Number Placeholder 4">
            <a:extLst>
              <a:ext uri="{FF2B5EF4-FFF2-40B4-BE49-F238E27FC236}">
                <a16:creationId xmlns:a16="http://schemas.microsoft.com/office/drawing/2014/main" id="{7F536787-C903-D5C6-863F-B1637598F812}"/>
              </a:ext>
            </a:extLst>
          </p:cNvPr>
          <p:cNvSpPr>
            <a:spLocks noGrp="1"/>
          </p:cNvSpPr>
          <p:nvPr>
            <p:ph type="sldNum" sz="quarter" idx="12"/>
          </p:nvPr>
        </p:nvSpPr>
        <p:spPr/>
        <p:txBody>
          <a:bodyPr/>
          <a:lstStyle/>
          <a:p>
            <a:fld id="{CBD12358-51D2-46B3-9BDE-DF29528B9454}" type="slidenum">
              <a:rPr lang="en-US" smtClean="0"/>
              <a:t>11</a:t>
            </a:fld>
            <a:endParaRPr lang="en-US" dirty="0"/>
          </a:p>
        </p:txBody>
      </p:sp>
    </p:spTree>
    <p:extLst>
      <p:ext uri="{BB962C8B-B14F-4D97-AF65-F5344CB8AC3E}">
        <p14:creationId xmlns:p14="http://schemas.microsoft.com/office/powerpoint/2010/main" val="10272774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50EA9-4F10-B30C-74A3-DE1DF730DA0B}"/>
              </a:ext>
            </a:extLst>
          </p:cNvPr>
          <p:cNvSpPr>
            <a:spLocks noGrp="1"/>
          </p:cNvSpPr>
          <p:nvPr>
            <p:ph type="title"/>
          </p:nvPr>
        </p:nvSpPr>
        <p:spPr>
          <a:xfrm>
            <a:off x="316644" y="324212"/>
            <a:ext cx="6501251" cy="1126767"/>
          </a:xfrm>
        </p:spPr>
        <p:txBody>
          <a:bodyPr/>
          <a:lstStyle/>
          <a:p>
            <a:r>
              <a:rPr lang="en-ZA" dirty="0"/>
              <a:t>Network Configuration</a:t>
            </a:r>
          </a:p>
        </p:txBody>
      </p:sp>
      <p:sp>
        <p:nvSpPr>
          <p:cNvPr id="3" name="Content Placeholder 2">
            <a:extLst>
              <a:ext uri="{FF2B5EF4-FFF2-40B4-BE49-F238E27FC236}">
                <a16:creationId xmlns:a16="http://schemas.microsoft.com/office/drawing/2014/main" id="{C291C9E4-AA8F-C7DB-B963-8BD73B90B95E}"/>
              </a:ext>
            </a:extLst>
          </p:cNvPr>
          <p:cNvSpPr>
            <a:spLocks noGrp="1"/>
          </p:cNvSpPr>
          <p:nvPr>
            <p:ph sz="half" idx="1"/>
          </p:nvPr>
        </p:nvSpPr>
        <p:spPr>
          <a:xfrm>
            <a:off x="316644" y="2661911"/>
            <a:ext cx="7435878" cy="3553824"/>
          </a:xfrm>
        </p:spPr>
        <p:txBody>
          <a:bodyPr>
            <a:normAutofit/>
          </a:bodyPr>
          <a:lstStyle/>
          <a:p>
            <a:r>
              <a:rPr lang="en-ZA" dirty="0"/>
              <a:t>Virtual Network: </a:t>
            </a:r>
            <a:r>
              <a:rPr lang="en-ZA" b="1" dirty="0" err="1"/>
              <a:t>BelgiumCampus-Vnet</a:t>
            </a:r>
            <a:r>
              <a:rPr lang="en-ZA" b="1" dirty="0"/>
              <a:t> 10.0.0.0/16</a:t>
            </a:r>
          </a:p>
          <a:p>
            <a:endParaRPr lang="en-ZA" dirty="0"/>
          </a:p>
          <a:p>
            <a:r>
              <a:rPr lang="en-ZA" dirty="0"/>
              <a:t>Three subnets:</a:t>
            </a:r>
          </a:p>
          <a:p>
            <a:pPr marL="342900" indent="-342900">
              <a:buFont typeface="Wingdings" panose="05000000000000000000" pitchFamily="2" charset="2"/>
              <a:buChar char="§"/>
            </a:pPr>
            <a:r>
              <a:rPr lang="en-ZA" dirty="0"/>
              <a:t>Web-Subnet (10.0.1.0/24) - Frontend web servers</a:t>
            </a:r>
          </a:p>
          <a:p>
            <a:pPr marL="342900" indent="-342900">
              <a:buFont typeface="Wingdings" panose="05000000000000000000" pitchFamily="2" charset="2"/>
              <a:buChar char="§"/>
            </a:pPr>
            <a:r>
              <a:rPr lang="en-ZA" dirty="0"/>
              <a:t>App-Subnet (10.0.2.0/24) - Backend application servers</a:t>
            </a:r>
          </a:p>
          <a:p>
            <a:pPr marL="342900" indent="-342900">
              <a:buFont typeface="Wingdings" panose="05000000000000000000" pitchFamily="2" charset="2"/>
              <a:buChar char="§"/>
            </a:pPr>
            <a:r>
              <a:rPr lang="en-ZA" dirty="0"/>
              <a:t>DB-Subnet (10.0.3.0/24) - Database and storage</a:t>
            </a:r>
          </a:p>
          <a:p>
            <a:endParaRPr lang="en-ZA" dirty="0"/>
          </a:p>
          <a:p>
            <a:r>
              <a:rPr lang="en-ZA" dirty="0"/>
              <a:t>Network Security Groups control traffic between tiers</a:t>
            </a:r>
          </a:p>
        </p:txBody>
      </p:sp>
      <p:sp>
        <p:nvSpPr>
          <p:cNvPr id="5" name="Slide Number Placeholder 4">
            <a:extLst>
              <a:ext uri="{FF2B5EF4-FFF2-40B4-BE49-F238E27FC236}">
                <a16:creationId xmlns:a16="http://schemas.microsoft.com/office/drawing/2014/main" id="{7D0B80EC-90E3-B259-AEDE-7FB6CD2795CA}"/>
              </a:ext>
            </a:extLst>
          </p:cNvPr>
          <p:cNvSpPr>
            <a:spLocks noGrp="1"/>
          </p:cNvSpPr>
          <p:nvPr>
            <p:ph type="sldNum" sz="quarter" idx="12"/>
          </p:nvPr>
        </p:nvSpPr>
        <p:spPr/>
        <p:txBody>
          <a:bodyPr/>
          <a:lstStyle/>
          <a:p>
            <a:fld id="{CBD12358-51D2-46B3-9BDE-DF29528B9454}" type="slidenum">
              <a:rPr lang="en-US" smtClean="0"/>
              <a:t>12</a:t>
            </a:fld>
            <a:endParaRPr lang="en-US" dirty="0"/>
          </a:p>
        </p:txBody>
      </p:sp>
      <p:pic>
        <p:nvPicPr>
          <p:cNvPr id="13" name="Content Placeholder 12">
            <a:extLst>
              <a:ext uri="{FF2B5EF4-FFF2-40B4-BE49-F238E27FC236}">
                <a16:creationId xmlns:a16="http://schemas.microsoft.com/office/drawing/2014/main" id="{7175B897-0FAA-EFEC-8FD3-1658D6694811}"/>
              </a:ext>
            </a:extLst>
          </p:cNvPr>
          <p:cNvPicPr>
            <a:picLocks noGrp="1" noChangeAspect="1"/>
          </p:cNvPicPr>
          <p:nvPr>
            <p:ph sz="half" idx="2"/>
          </p:nvPr>
        </p:nvPicPr>
        <p:blipFill>
          <a:blip r:embed="rId2"/>
          <a:srcRect r="47863"/>
          <a:stretch>
            <a:fillRect/>
          </a:stretch>
        </p:blipFill>
        <p:spPr>
          <a:xfrm>
            <a:off x="6332220" y="324212"/>
            <a:ext cx="5543136" cy="3553824"/>
          </a:xfrm>
          <a:prstGeom prst="rect">
            <a:avLst/>
          </a:prstGeom>
        </p:spPr>
      </p:pic>
      <p:sp>
        <p:nvSpPr>
          <p:cNvPr id="4" name="TextBox 3">
            <a:extLst>
              <a:ext uri="{FF2B5EF4-FFF2-40B4-BE49-F238E27FC236}">
                <a16:creationId xmlns:a16="http://schemas.microsoft.com/office/drawing/2014/main" id="{19DACFF9-4D14-6063-6D5E-0BA91181ACED}"/>
              </a:ext>
            </a:extLst>
          </p:cNvPr>
          <p:cNvSpPr txBox="1"/>
          <p:nvPr/>
        </p:nvSpPr>
        <p:spPr>
          <a:xfrm>
            <a:off x="6691642" y="4955658"/>
            <a:ext cx="5368539" cy="1477328"/>
          </a:xfrm>
          <a:prstGeom prst="rect">
            <a:avLst/>
          </a:prstGeom>
          <a:noFill/>
        </p:spPr>
        <p:txBody>
          <a:bodyPr wrap="square" rtlCol="0">
            <a:spAutoFit/>
          </a:bodyPr>
          <a:lstStyle/>
          <a:p>
            <a:r>
              <a:rPr lang="en-ZA" b="1" dirty="0"/>
              <a:t>Network Security Groups (NSGs):</a:t>
            </a:r>
          </a:p>
          <a:p>
            <a:endParaRPr lang="en-ZA" b="1" dirty="0"/>
          </a:p>
          <a:p>
            <a:pPr marL="285750" indent="-285750">
              <a:buFont typeface="Arial" panose="020B0604020202020204" pitchFamily="34" charset="0"/>
              <a:buChar char="•"/>
            </a:pPr>
            <a:r>
              <a:rPr lang="en-ZA" dirty="0"/>
              <a:t>Web-NSG: Allows HTTP (80), RDP (3389)</a:t>
            </a:r>
          </a:p>
          <a:p>
            <a:pPr marL="285750" indent="-285750">
              <a:buFont typeface="Arial" panose="020B0604020202020204" pitchFamily="34" charset="0"/>
              <a:buChar char="•"/>
            </a:pPr>
            <a:r>
              <a:rPr lang="en-ZA" dirty="0"/>
              <a:t>App-NSG: Accepts traffic only from Web-Subnet</a:t>
            </a:r>
          </a:p>
          <a:p>
            <a:pPr marL="285750" indent="-285750">
              <a:buFont typeface="Arial" panose="020B0604020202020204" pitchFamily="34" charset="0"/>
              <a:buChar char="•"/>
            </a:pPr>
            <a:r>
              <a:rPr lang="en-ZA" dirty="0"/>
              <a:t>DB-NSG: Accepts traffic only from App-Subnet</a:t>
            </a:r>
          </a:p>
        </p:txBody>
      </p:sp>
    </p:spTree>
    <p:extLst>
      <p:ext uri="{BB962C8B-B14F-4D97-AF65-F5344CB8AC3E}">
        <p14:creationId xmlns:p14="http://schemas.microsoft.com/office/powerpoint/2010/main" val="12061792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19200000" scaled="0"/>
        </a:gradFill>
        <a:effectLst/>
      </p:bgPr>
    </p:bg>
    <p:spTree>
      <p:nvGrpSpPr>
        <p:cNvPr id="1" name="">
          <a:extLst>
            <a:ext uri="{FF2B5EF4-FFF2-40B4-BE49-F238E27FC236}">
              <a16:creationId xmlns:a16="http://schemas.microsoft.com/office/drawing/2014/main" id="{161F31C8-1C0A-DC42-8557-70208C009D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11EC55-4264-C043-B780-2AAD756C0D3F}"/>
              </a:ext>
            </a:extLst>
          </p:cNvPr>
          <p:cNvSpPr>
            <a:spLocks noGrp="1"/>
          </p:cNvSpPr>
          <p:nvPr>
            <p:ph type="title"/>
          </p:nvPr>
        </p:nvSpPr>
        <p:spPr>
          <a:xfrm>
            <a:off x="1078992" y="365760"/>
            <a:ext cx="10277856" cy="1655064"/>
          </a:xfrm>
          <a:noFill/>
        </p:spPr>
        <p:txBody>
          <a:bodyPr anchor="b">
            <a:noAutofit/>
          </a:bodyPr>
          <a:lstStyle/>
          <a:p>
            <a:r>
              <a:rPr lang="en-US" dirty="0"/>
              <a:t>Compute Resources</a:t>
            </a:r>
          </a:p>
        </p:txBody>
      </p:sp>
      <p:graphicFrame>
        <p:nvGraphicFramePr>
          <p:cNvPr id="6" name="Content Placeholder 5">
            <a:extLst>
              <a:ext uri="{FF2B5EF4-FFF2-40B4-BE49-F238E27FC236}">
                <a16:creationId xmlns:a16="http://schemas.microsoft.com/office/drawing/2014/main" id="{E7E8A31A-6084-94B8-7184-191BE58F5B1D}"/>
              </a:ext>
            </a:extLst>
          </p:cNvPr>
          <p:cNvGraphicFramePr>
            <a:graphicFrameLocks noGrp="1"/>
          </p:cNvGraphicFramePr>
          <p:nvPr>
            <p:ph idx="1"/>
            <p:extLst>
              <p:ext uri="{D42A27DB-BD31-4B8C-83A1-F6EECF244321}">
                <p14:modId xmlns:p14="http://schemas.microsoft.com/office/powerpoint/2010/main" val="977741542"/>
              </p:ext>
            </p:extLst>
          </p:nvPr>
        </p:nvGraphicFramePr>
        <p:xfrm>
          <a:off x="2914909" y="2282215"/>
          <a:ext cx="6362182" cy="1422400"/>
        </p:xfrm>
        <a:graphic>
          <a:graphicData uri="http://schemas.openxmlformats.org/drawingml/2006/table">
            <a:tbl>
              <a:tblPr firstRow="1" bandRow="1">
                <a:tableStyleId>{0E3FDE45-AF77-4B5C-9715-49D594BDF05E}</a:tableStyleId>
              </a:tblPr>
              <a:tblGrid>
                <a:gridCol w="2143666">
                  <a:extLst>
                    <a:ext uri="{9D8B030D-6E8A-4147-A177-3AD203B41FA5}">
                      <a16:colId xmlns:a16="http://schemas.microsoft.com/office/drawing/2014/main" val="3153881312"/>
                    </a:ext>
                  </a:extLst>
                </a:gridCol>
                <a:gridCol w="2109258">
                  <a:extLst>
                    <a:ext uri="{9D8B030D-6E8A-4147-A177-3AD203B41FA5}">
                      <a16:colId xmlns:a16="http://schemas.microsoft.com/office/drawing/2014/main" val="3819766969"/>
                    </a:ext>
                  </a:extLst>
                </a:gridCol>
                <a:gridCol w="2109258">
                  <a:extLst>
                    <a:ext uri="{9D8B030D-6E8A-4147-A177-3AD203B41FA5}">
                      <a16:colId xmlns:a16="http://schemas.microsoft.com/office/drawing/2014/main" val="2941430022"/>
                    </a:ext>
                  </a:extLst>
                </a:gridCol>
              </a:tblGrid>
              <a:tr h="370840">
                <a:tc>
                  <a:txBody>
                    <a:bodyPr/>
                    <a:lstStyle/>
                    <a:p>
                      <a:pPr algn="l">
                        <a:lnSpc>
                          <a:spcPts val="1875"/>
                        </a:lnSpc>
                        <a:buNone/>
                      </a:pPr>
                      <a:r>
                        <a:rPr lang="en-ZA" b="0" dirty="0">
                          <a:effectLst/>
                          <a:latin typeface="quote-cjk-patch"/>
                        </a:rPr>
                        <a:t>VM</a:t>
                      </a:r>
                    </a:p>
                  </a:txBody>
                  <a:tcPr marR="121920" marT="76200" marB="76200" anchor="ctr">
                    <a:solidFill>
                      <a:schemeClr val="accent2">
                        <a:lumMod val="50000"/>
                      </a:schemeClr>
                    </a:solidFill>
                  </a:tcPr>
                </a:tc>
                <a:tc>
                  <a:txBody>
                    <a:bodyPr/>
                    <a:lstStyle/>
                    <a:p>
                      <a:pPr algn="l">
                        <a:lnSpc>
                          <a:spcPts val="1875"/>
                        </a:lnSpc>
                        <a:buNone/>
                      </a:pPr>
                      <a:r>
                        <a:rPr lang="en-ZA" b="0" dirty="0">
                          <a:effectLst/>
                          <a:latin typeface="quote-cjk-patch"/>
                        </a:rPr>
                        <a:t>Purpose</a:t>
                      </a:r>
                    </a:p>
                  </a:txBody>
                  <a:tcPr marL="121920" marR="121920" marT="76200" marB="76200" anchor="ctr">
                    <a:solidFill>
                      <a:schemeClr val="accent2">
                        <a:lumMod val="50000"/>
                      </a:schemeClr>
                    </a:solidFill>
                  </a:tcPr>
                </a:tc>
                <a:tc>
                  <a:txBody>
                    <a:bodyPr/>
                    <a:lstStyle/>
                    <a:p>
                      <a:pPr algn="l">
                        <a:lnSpc>
                          <a:spcPts val="1875"/>
                        </a:lnSpc>
                        <a:buNone/>
                      </a:pPr>
                      <a:r>
                        <a:rPr lang="en-ZA" b="0" dirty="0">
                          <a:effectLst/>
                          <a:latin typeface="quote-cjk-patch"/>
                        </a:rPr>
                        <a:t>Status</a:t>
                      </a:r>
                    </a:p>
                  </a:txBody>
                  <a:tcPr marL="121920" marR="121920" marT="76200" marB="76200" anchor="ctr">
                    <a:solidFill>
                      <a:schemeClr val="accent2">
                        <a:lumMod val="50000"/>
                      </a:schemeClr>
                    </a:solidFill>
                  </a:tcPr>
                </a:tc>
                <a:extLst>
                  <a:ext uri="{0D108BD9-81ED-4DB2-BD59-A6C34878D82A}">
                    <a16:rowId xmlns:a16="http://schemas.microsoft.com/office/drawing/2014/main" val="3955978660"/>
                  </a:ext>
                </a:extLst>
              </a:tr>
              <a:tr h="370840">
                <a:tc>
                  <a:txBody>
                    <a:bodyPr/>
                    <a:lstStyle/>
                    <a:p>
                      <a:pPr>
                        <a:lnSpc>
                          <a:spcPts val="1875"/>
                        </a:lnSpc>
                        <a:buNone/>
                      </a:pPr>
                      <a:r>
                        <a:rPr lang="en-ZA" b="0" dirty="0">
                          <a:effectLst/>
                          <a:latin typeface="quote-cjk-patch"/>
                        </a:rPr>
                        <a:t>Remote-VM</a:t>
                      </a:r>
                    </a:p>
                  </a:txBody>
                  <a:tcPr marR="121920" marT="76200" marB="76200" anchor="ctr"/>
                </a:tc>
                <a:tc>
                  <a:txBody>
                    <a:bodyPr/>
                    <a:lstStyle/>
                    <a:p>
                      <a:pPr>
                        <a:lnSpc>
                          <a:spcPts val="1875"/>
                        </a:lnSpc>
                        <a:buNone/>
                      </a:pPr>
                      <a:r>
                        <a:rPr lang="en-ZA" b="0">
                          <a:effectLst/>
                          <a:latin typeface="quote-cjk-patch"/>
                        </a:rPr>
                        <a:t>Remote desktop access</a:t>
                      </a:r>
                    </a:p>
                  </a:txBody>
                  <a:tcPr marL="121920" marR="121920" marT="76200" marB="76200" anchor="ctr"/>
                </a:tc>
                <a:tc>
                  <a:txBody>
                    <a:bodyPr/>
                    <a:lstStyle/>
                    <a:p>
                      <a:pPr>
                        <a:lnSpc>
                          <a:spcPts val="1875"/>
                        </a:lnSpc>
                        <a:buNone/>
                      </a:pPr>
                      <a:r>
                        <a:rPr lang="en-ZA" b="0" dirty="0">
                          <a:effectLst/>
                          <a:latin typeface="quote-cjk-patch"/>
                        </a:rPr>
                        <a:t>Running</a:t>
                      </a:r>
                    </a:p>
                  </a:txBody>
                  <a:tcPr marL="121920" marT="76200" marB="76200" anchor="ctr"/>
                </a:tc>
                <a:extLst>
                  <a:ext uri="{0D108BD9-81ED-4DB2-BD59-A6C34878D82A}">
                    <a16:rowId xmlns:a16="http://schemas.microsoft.com/office/drawing/2014/main" val="867445232"/>
                  </a:ext>
                </a:extLst>
              </a:tr>
              <a:tr h="370840">
                <a:tc>
                  <a:txBody>
                    <a:bodyPr/>
                    <a:lstStyle/>
                    <a:p>
                      <a:pPr>
                        <a:lnSpc>
                          <a:spcPts val="1875"/>
                        </a:lnSpc>
                        <a:buNone/>
                      </a:pPr>
                      <a:r>
                        <a:rPr lang="en-ZA" b="0">
                          <a:effectLst/>
                          <a:latin typeface="quote-cjk-patch"/>
                        </a:rPr>
                        <a:t>Session2-0</a:t>
                      </a:r>
                    </a:p>
                  </a:txBody>
                  <a:tcPr marR="121920" marT="76200" marB="76200" anchor="ctr"/>
                </a:tc>
                <a:tc>
                  <a:txBody>
                    <a:bodyPr/>
                    <a:lstStyle/>
                    <a:p>
                      <a:pPr>
                        <a:lnSpc>
                          <a:spcPts val="1875"/>
                        </a:lnSpc>
                        <a:buNone/>
                      </a:pPr>
                      <a:r>
                        <a:rPr lang="en-ZA" b="0">
                          <a:effectLst/>
                          <a:latin typeface="quote-cjk-patch"/>
                        </a:rPr>
                        <a:t>AVD session host</a:t>
                      </a:r>
                    </a:p>
                  </a:txBody>
                  <a:tcPr marL="121920" marR="121920" marT="76200" marB="76200" anchor="ctr"/>
                </a:tc>
                <a:tc>
                  <a:txBody>
                    <a:bodyPr/>
                    <a:lstStyle/>
                    <a:p>
                      <a:pPr>
                        <a:lnSpc>
                          <a:spcPts val="1875"/>
                        </a:lnSpc>
                        <a:buNone/>
                      </a:pPr>
                      <a:r>
                        <a:rPr lang="en-ZA" b="0" dirty="0">
                          <a:effectLst/>
                          <a:latin typeface="quote-cjk-patch"/>
                        </a:rPr>
                        <a:t>Running</a:t>
                      </a:r>
                    </a:p>
                  </a:txBody>
                  <a:tcPr marL="121920" marT="76200" marB="76200" anchor="ctr"/>
                </a:tc>
                <a:extLst>
                  <a:ext uri="{0D108BD9-81ED-4DB2-BD59-A6C34878D82A}">
                    <a16:rowId xmlns:a16="http://schemas.microsoft.com/office/drawing/2014/main" val="1802399844"/>
                  </a:ext>
                </a:extLst>
              </a:tr>
            </a:tbl>
          </a:graphicData>
        </a:graphic>
      </p:graphicFrame>
      <p:sp>
        <p:nvSpPr>
          <p:cNvPr id="10" name="Slide Number Placeholder 9">
            <a:extLst>
              <a:ext uri="{FF2B5EF4-FFF2-40B4-BE49-F238E27FC236}">
                <a16:creationId xmlns:a16="http://schemas.microsoft.com/office/drawing/2014/main" id="{3127F1B2-F567-BEDA-833E-B0E2C169FCB8}"/>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13</a:t>
            </a:fld>
            <a:endParaRPr lang="en-US" dirty="0"/>
          </a:p>
        </p:txBody>
      </p:sp>
      <p:pic>
        <p:nvPicPr>
          <p:cNvPr id="9" name="Picture 8">
            <a:extLst>
              <a:ext uri="{FF2B5EF4-FFF2-40B4-BE49-F238E27FC236}">
                <a16:creationId xmlns:a16="http://schemas.microsoft.com/office/drawing/2014/main" id="{2EA8D37A-416C-CBA9-281E-24894B369627}"/>
              </a:ext>
            </a:extLst>
          </p:cNvPr>
          <p:cNvPicPr>
            <a:picLocks noChangeAspect="1"/>
          </p:cNvPicPr>
          <p:nvPr/>
        </p:nvPicPr>
        <p:blipFill>
          <a:blip r:embed="rId3"/>
          <a:srcRect l="17283" t="28396" r="2717" b="14265"/>
          <a:stretch>
            <a:fillRect/>
          </a:stretch>
        </p:blipFill>
        <p:spPr>
          <a:xfrm>
            <a:off x="586807" y="3933215"/>
            <a:ext cx="11262225" cy="2629786"/>
          </a:xfrm>
          <a:prstGeom prst="rect">
            <a:avLst/>
          </a:prstGeom>
        </p:spPr>
      </p:pic>
      <p:sp>
        <p:nvSpPr>
          <p:cNvPr id="3" name="Rectangle 2">
            <a:extLst>
              <a:ext uri="{FF2B5EF4-FFF2-40B4-BE49-F238E27FC236}">
                <a16:creationId xmlns:a16="http://schemas.microsoft.com/office/drawing/2014/main" id="{18691986-3ADA-BD39-F8F0-8034C010EA77}"/>
              </a:ext>
            </a:extLst>
          </p:cNvPr>
          <p:cNvSpPr/>
          <p:nvPr/>
        </p:nvSpPr>
        <p:spPr>
          <a:xfrm>
            <a:off x="755374" y="5963478"/>
            <a:ext cx="10601474" cy="370923"/>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4034065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62F3E-63E6-9995-B10C-AB47163182AD}"/>
              </a:ext>
            </a:extLst>
          </p:cNvPr>
          <p:cNvSpPr>
            <a:spLocks noGrp="1"/>
          </p:cNvSpPr>
          <p:nvPr>
            <p:ph type="title"/>
          </p:nvPr>
        </p:nvSpPr>
        <p:spPr>
          <a:xfrm>
            <a:off x="1078992" y="365760"/>
            <a:ext cx="10506456" cy="1012466"/>
          </a:xfrm>
        </p:spPr>
        <p:txBody>
          <a:bodyPr/>
          <a:lstStyle/>
          <a:p>
            <a:r>
              <a:rPr lang="en-ZA" dirty="0"/>
              <a:t>Storage and Collaboration</a:t>
            </a:r>
          </a:p>
        </p:txBody>
      </p:sp>
      <p:sp>
        <p:nvSpPr>
          <p:cNvPr id="3" name="Content Placeholder 2">
            <a:extLst>
              <a:ext uri="{FF2B5EF4-FFF2-40B4-BE49-F238E27FC236}">
                <a16:creationId xmlns:a16="http://schemas.microsoft.com/office/drawing/2014/main" id="{B07B93DC-B7A9-ED8F-4E75-6937C2FD4978}"/>
              </a:ext>
            </a:extLst>
          </p:cNvPr>
          <p:cNvSpPr>
            <a:spLocks noGrp="1"/>
          </p:cNvSpPr>
          <p:nvPr>
            <p:ph sz="half" idx="1"/>
          </p:nvPr>
        </p:nvSpPr>
        <p:spPr>
          <a:xfrm>
            <a:off x="1097280" y="1931042"/>
            <a:ext cx="3108960" cy="3913632"/>
          </a:xfrm>
        </p:spPr>
        <p:txBody>
          <a:bodyPr>
            <a:normAutofit fontScale="92500" lnSpcReduction="10000"/>
          </a:bodyPr>
          <a:lstStyle/>
          <a:p>
            <a:r>
              <a:rPr lang="en-GB" dirty="0"/>
              <a:t>Storage Account: </a:t>
            </a:r>
            <a:r>
              <a:rPr lang="en-GB" b="1" dirty="0" err="1"/>
              <a:t>belgiumcampusstorestm</a:t>
            </a:r>
            <a:endParaRPr lang="en-GB" b="1" dirty="0"/>
          </a:p>
          <a:p>
            <a:endParaRPr lang="en-GB" dirty="0"/>
          </a:p>
          <a:p>
            <a:r>
              <a:rPr lang="en-GB" dirty="0"/>
              <a:t>Blob containers for course materials and submissions</a:t>
            </a:r>
          </a:p>
          <a:p>
            <a:endParaRPr lang="en-GB" dirty="0"/>
          </a:p>
          <a:p>
            <a:r>
              <a:rPr lang="en-GB" dirty="0"/>
              <a:t>File share for student collaboration (group projects)</a:t>
            </a:r>
          </a:p>
          <a:p>
            <a:endParaRPr lang="en-GB" dirty="0"/>
          </a:p>
          <a:p>
            <a:r>
              <a:rPr lang="en-GB" dirty="0"/>
              <a:t>All containers have private access level</a:t>
            </a:r>
            <a:endParaRPr lang="en-ZA" dirty="0"/>
          </a:p>
        </p:txBody>
      </p:sp>
      <p:pic>
        <p:nvPicPr>
          <p:cNvPr id="7" name="Content Placeholder 6">
            <a:extLst>
              <a:ext uri="{FF2B5EF4-FFF2-40B4-BE49-F238E27FC236}">
                <a16:creationId xmlns:a16="http://schemas.microsoft.com/office/drawing/2014/main" id="{8725300A-1195-D470-095A-DABA95863C82}"/>
              </a:ext>
            </a:extLst>
          </p:cNvPr>
          <p:cNvPicPr>
            <a:picLocks noGrp="1" noChangeAspect="1"/>
          </p:cNvPicPr>
          <p:nvPr>
            <p:ph sz="half" idx="2"/>
          </p:nvPr>
        </p:nvPicPr>
        <p:blipFill>
          <a:blip r:embed="rId2"/>
          <a:stretch>
            <a:fillRect/>
          </a:stretch>
        </p:blipFill>
        <p:spPr>
          <a:xfrm>
            <a:off x="4206239" y="2223604"/>
            <a:ext cx="7735853" cy="2785718"/>
          </a:xfrm>
          <a:prstGeom prst="rect">
            <a:avLst/>
          </a:prstGeom>
        </p:spPr>
      </p:pic>
      <p:sp>
        <p:nvSpPr>
          <p:cNvPr id="5" name="Slide Number Placeholder 4">
            <a:extLst>
              <a:ext uri="{FF2B5EF4-FFF2-40B4-BE49-F238E27FC236}">
                <a16:creationId xmlns:a16="http://schemas.microsoft.com/office/drawing/2014/main" id="{C12E07EC-FB06-CE36-AC71-CF5207E9F4AE}"/>
              </a:ext>
            </a:extLst>
          </p:cNvPr>
          <p:cNvSpPr>
            <a:spLocks noGrp="1"/>
          </p:cNvSpPr>
          <p:nvPr>
            <p:ph type="sldNum" sz="quarter" idx="12"/>
          </p:nvPr>
        </p:nvSpPr>
        <p:spPr/>
        <p:txBody>
          <a:bodyPr/>
          <a:lstStyle/>
          <a:p>
            <a:fld id="{CBD12358-51D2-46B3-9BDE-DF29528B9454}" type="slidenum">
              <a:rPr lang="en-US" smtClean="0"/>
              <a:t>14</a:t>
            </a:fld>
            <a:endParaRPr lang="en-US" dirty="0"/>
          </a:p>
        </p:txBody>
      </p:sp>
    </p:spTree>
    <p:extLst>
      <p:ext uri="{BB962C8B-B14F-4D97-AF65-F5344CB8AC3E}">
        <p14:creationId xmlns:p14="http://schemas.microsoft.com/office/powerpoint/2010/main" val="27428360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680A2-4823-4F7C-D867-4E4117CEB0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EFF9AB-7747-C380-19AB-3B382FD72687}"/>
              </a:ext>
            </a:extLst>
          </p:cNvPr>
          <p:cNvSpPr>
            <a:spLocks noGrp="1"/>
          </p:cNvSpPr>
          <p:nvPr>
            <p:ph type="title"/>
          </p:nvPr>
        </p:nvSpPr>
        <p:spPr>
          <a:xfrm>
            <a:off x="1078992" y="365760"/>
            <a:ext cx="10635930" cy="999214"/>
          </a:xfrm>
        </p:spPr>
        <p:txBody>
          <a:bodyPr/>
          <a:lstStyle/>
          <a:p>
            <a:r>
              <a:rPr lang="en-ZA" dirty="0"/>
              <a:t>Security and Access Control</a:t>
            </a:r>
          </a:p>
        </p:txBody>
      </p:sp>
      <p:sp>
        <p:nvSpPr>
          <p:cNvPr id="3" name="Content Placeholder 2">
            <a:extLst>
              <a:ext uri="{FF2B5EF4-FFF2-40B4-BE49-F238E27FC236}">
                <a16:creationId xmlns:a16="http://schemas.microsoft.com/office/drawing/2014/main" id="{35458EF3-7B3E-A7D7-90A5-F992FB7CA82D}"/>
              </a:ext>
            </a:extLst>
          </p:cNvPr>
          <p:cNvSpPr>
            <a:spLocks noGrp="1"/>
          </p:cNvSpPr>
          <p:nvPr>
            <p:ph sz="half" idx="1"/>
          </p:nvPr>
        </p:nvSpPr>
        <p:spPr>
          <a:xfrm>
            <a:off x="715617" y="1920240"/>
            <a:ext cx="5009322" cy="3924434"/>
          </a:xfrm>
        </p:spPr>
        <p:txBody>
          <a:bodyPr>
            <a:normAutofit/>
          </a:bodyPr>
          <a:lstStyle/>
          <a:p>
            <a:r>
              <a:rPr lang="en-GB" dirty="0"/>
              <a:t>Microsoft Entra ID for authentication</a:t>
            </a:r>
          </a:p>
          <a:p>
            <a:endParaRPr lang="en-GB" dirty="0"/>
          </a:p>
          <a:p>
            <a:r>
              <a:rPr lang="en-GB" dirty="0"/>
              <a:t>Three security groups:</a:t>
            </a:r>
          </a:p>
          <a:p>
            <a:pPr marL="342900" indent="-342900">
              <a:buFont typeface="Wingdings" panose="05000000000000000000" pitchFamily="2" charset="2"/>
              <a:buChar char="§"/>
            </a:pPr>
            <a:r>
              <a:rPr lang="en-GB" dirty="0"/>
              <a:t>Students-Group (read-only access)</a:t>
            </a:r>
          </a:p>
          <a:p>
            <a:pPr marL="342900" indent="-342900">
              <a:buFont typeface="Wingdings" panose="05000000000000000000" pitchFamily="2" charset="2"/>
              <a:buChar char="§"/>
            </a:pPr>
            <a:r>
              <a:rPr lang="en-GB" dirty="0"/>
              <a:t>Lecturers-Group (write access)</a:t>
            </a:r>
          </a:p>
          <a:p>
            <a:pPr marL="342900" indent="-342900">
              <a:buFont typeface="Wingdings" panose="05000000000000000000" pitchFamily="2" charset="2"/>
              <a:buChar char="§"/>
            </a:pPr>
            <a:r>
              <a:rPr lang="en-GB" dirty="0"/>
              <a:t>Administrators (full control)</a:t>
            </a:r>
          </a:p>
          <a:p>
            <a:endParaRPr lang="en-GB" dirty="0"/>
          </a:p>
          <a:p>
            <a:r>
              <a:rPr lang="en-GB" dirty="0"/>
              <a:t>Principle of least privilege enforced</a:t>
            </a:r>
            <a:endParaRPr lang="en-ZA" dirty="0"/>
          </a:p>
        </p:txBody>
      </p:sp>
      <p:pic>
        <p:nvPicPr>
          <p:cNvPr id="7" name="Content Placeholder 6">
            <a:extLst>
              <a:ext uri="{FF2B5EF4-FFF2-40B4-BE49-F238E27FC236}">
                <a16:creationId xmlns:a16="http://schemas.microsoft.com/office/drawing/2014/main" id="{54909AFC-335D-E3AE-40DB-D33CC90735E8}"/>
              </a:ext>
            </a:extLst>
          </p:cNvPr>
          <p:cNvPicPr>
            <a:picLocks noGrp="1" noChangeAspect="1"/>
          </p:cNvPicPr>
          <p:nvPr>
            <p:ph sz="half" idx="2"/>
          </p:nvPr>
        </p:nvPicPr>
        <p:blipFill>
          <a:blip r:embed="rId2"/>
          <a:stretch>
            <a:fillRect/>
          </a:stretch>
        </p:blipFill>
        <p:spPr>
          <a:xfrm>
            <a:off x="5182654" y="2158370"/>
            <a:ext cx="6724941" cy="2541259"/>
          </a:xfrm>
          <a:prstGeom prst="rect">
            <a:avLst/>
          </a:prstGeom>
        </p:spPr>
      </p:pic>
      <p:sp>
        <p:nvSpPr>
          <p:cNvPr id="5" name="Slide Number Placeholder 4">
            <a:extLst>
              <a:ext uri="{FF2B5EF4-FFF2-40B4-BE49-F238E27FC236}">
                <a16:creationId xmlns:a16="http://schemas.microsoft.com/office/drawing/2014/main" id="{8BF12226-65B3-A979-9805-0A5C7962EDE0}"/>
              </a:ext>
            </a:extLst>
          </p:cNvPr>
          <p:cNvSpPr>
            <a:spLocks noGrp="1"/>
          </p:cNvSpPr>
          <p:nvPr>
            <p:ph type="sldNum" sz="quarter" idx="12"/>
          </p:nvPr>
        </p:nvSpPr>
        <p:spPr/>
        <p:txBody>
          <a:bodyPr/>
          <a:lstStyle/>
          <a:p>
            <a:fld id="{CBD12358-51D2-46B3-9BDE-DF29528B9454}" type="slidenum">
              <a:rPr lang="en-US" smtClean="0"/>
              <a:t>15</a:t>
            </a:fld>
            <a:endParaRPr lang="en-US" dirty="0"/>
          </a:p>
        </p:txBody>
      </p:sp>
    </p:spTree>
    <p:extLst>
      <p:ext uri="{BB962C8B-B14F-4D97-AF65-F5344CB8AC3E}">
        <p14:creationId xmlns:p14="http://schemas.microsoft.com/office/powerpoint/2010/main" val="1366301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2C2C5-858F-66CF-4D06-C1D1B156EB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FBA58F-4718-8759-F805-5F55001662CE}"/>
              </a:ext>
            </a:extLst>
          </p:cNvPr>
          <p:cNvSpPr>
            <a:spLocks noGrp="1"/>
          </p:cNvSpPr>
          <p:nvPr>
            <p:ph type="title"/>
          </p:nvPr>
        </p:nvSpPr>
        <p:spPr>
          <a:xfrm>
            <a:off x="901148" y="365760"/>
            <a:ext cx="10684300" cy="999214"/>
          </a:xfrm>
        </p:spPr>
        <p:txBody>
          <a:bodyPr/>
          <a:lstStyle/>
          <a:p>
            <a:r>
              <a:rPr lang="en-ZA" dirty="0"/>
              <a:t>Data Protection</a:t>
            </a:r>
          </a:p>
        </p:txBody>
      </p:sp>
      <p:sp>
        <p:nvSpPr>
          <p:cNvPr id="3" name="Content Placeholder 2">
            <a:extLst>
              <a:ext uri="{FF2B5EF4-FFF2-40B4-BE49-F238E27FC236}">
                <a16:creationId xmlns:a16="http://schemas.microsoft.com/office/drawing/2014/main" id="{A94BB419-4E20-133C-86EC-383322D62EF3}"/>
              </a:ext>
            </a:extLst>
          </p:cNvPr>
          <p:cNvSpPr>
            <a:spLocks noGrp="1"/>
          </p:cNvSpPr>
          <p:nvPr>
            <p:ph sz="half" idx="1"/>
          </p:nvPr>
        </p:nvSpPr>
        <p:spPr>
          <a:xfrm>
            <a:off x="901148" y="1931042"/>
            <a:ext cx="3108960" cy="3412370"/>
          </a:xfrm>
        </p:spPr>
        <p:txBody>
          <a:bodyPr>
            <a:normAutofit fontScale="92500" lnSpcReduction="10000"/>
          </a:bodyPr>
          <a:lstStyle/>
          <a:p>
            <a:pPr marL="342900" indent="-342900">
              <a:buFont typeface="Wingdings" panose="05000000000000000000" pitchFamily="2" charset="2"/>
              <a:buChar char="v"/>
            </a:pPr>
            <a:r>
              <a:rPr lang="en-ZA" dirty="0"/>
              <a:t>Blob versioning enabled</a:t>
            </a:r>
          </a:p>
          <a:p>
            <a:pPr marL="342900" indent="-342900">
              <a:buFont typeface="Wingdings" panose="05000000000000000000" pitchFamily="2" charset="2"/>
              <a:buChar char="v"/>
            </a:pPr>
            <a:endParaRPr lang="en-ZA" dirty="0"/>
          </a:p>
          <a:p>
            <a:pPr marL="342900" indent="-342900">
              <a:buFont typeface="Wingdings" panose="05000000000000000000" pitchFamily="2" charset="2"/>
              <a:buChar char="v"/>
            </a:pPr>
            <a:r>
              <a:rPr lang="en-ZA" dirty="0"/>
              <a:t>Soft delete (7-day retention)</a:t>
            </a:r>
          </a:p>
          <a:p>
            <a:pPr marL="342900" indent="-342900">
              <a:buFont typeface="Wingdings" panose="05000000000000000000" pitchFamily="2" charset="2"/>
              <a:buChar char="v"/>
            </a:pPr>
            <a:endParaRPr lang="en-ZA" dirty="0"/>
          </a:p>
          <a:p>
            <a:pPr marL="342900" indent="-342900">
              <a:buFont typeface="Wingdings" panose="05000000000000000000" pitchFamily="2" charset="2"/>
              <a:buChar char="v"/>
            </a:pPr>
            <a:r>
              <a:rPr lang="en-ZA" dirty="0"/>
              <a:t>Encryption at rest (Microsoft-managed keys)</a:t>
            </a:r>
          </a:p>
          <a:p>
            <a:pPr marL="342900" indent="-342900">
              <a:buFont typeface="Wingdings" panose="05000000000000000000" pitchFamily="2" charset="2"/>
              <a:buChar char="v"/>
            </a:pPr>
            <a:endParaRPr lang="en-ZA" dirty="0"/>
          </a:p>
          <a:p>
            <a:pPr marL="342900" indent="-342900">
              <a:buFont typeface="Wingdings" panose="05000000000000000000" pitchFamily="2" charset="2"/>
              <a:buChar char="v"/>
            </a:pPr>
            <a:r>
              <a:rPr lang="en-ZA" dirty="0"/>
              <a:t>Automated backups via versioning</a:t>
            </a:r>
          </a:p>
        </p:txBody>
      </p:sp>
      <p:pic>
        <p:nvPicPr>
          <p:cNvPr id="11" name="Content Placeholder 10">
            <a:extLst>
              <a:ext uri="{FF2B5EF4-FFF2-40B4-BE49-F238E27FC236}">
                <a16:creationId xmlns:a16="http://schemas.microsoft.com/office/drawing/2014/main" id="{867969E6-6274-2320-58D6-2EED1230F63D}"/>
              </a:ext>
            </a:extLst>
          </p:cNvPr>
          <p:cNvPicPr>
            <a:picLocks noGrp="1" noChangeAspect="1"/>
          </p:cNvPicPr>
          <p:nvPr>
            <p:ph sz="half" idx="2"/>
          </p:nvPr>
        </p:nvPicPr>
        <p:blipFill>
          <a:blip r:embed="rId2"/>
          <a:stretch>
            <a:fillRect/>
          </a:stretch>
        </p:blipFill>
        <p:spPr>
          <a:xfrm>
            <a:off x="5075786" y="1466167"/>
            <a:ext cx="5271966" cy="2401624"/>
          </a:xfrm>
          <a:prstGeom prst="rect">
            <a:avLst/>
          </a:prstGeom>
        </p:spPr>
      </p:pic>
      <p:sp>
        <p:nvSpPr>
          <p:cNvPr id="5" name="Slide Number Placeholder 4">
            <a:extLst>
              <a:ext uri="{FF2B5EF4-FFF2-40B4-BE49-F238E27FC236}">
                <a16:creationId xmlns:a16="http://schemas.microsoft.com/office/drawing/2014/main" id="{B3C04F3A-3302-96DF-E608-2CFF2AB06AEF}"/>
              </a:ext>
            </a:extLst>
          </p:cNvPr>
          <p:cNvSpPr>
            <a:spLocks noGrp="1"/>
          </p:cNvSpPr>
          <p:nvPr>
            <p:ph type="sldNum" sz="quarter" idx="12"/>
          </p:nvPr>
        </p:nvSpPr>
        <p:spPr/>
        <p:txBody>
          <a:bodyPr/>
          <a:lstStyle/>
          <a:p>
            <a:fld id="{CBD12358-51D2-46B3-9BDE-DF29528B9454}" type="slidenum">
              <a:rPr lang="en-US" smtClean="0"/>
              <a:t>16</a:t>
            </a:fld>
            <a:endParaRPr lang="en-US" dirty="0"/>
          </a:p>
        </p:txBody>
      </p:sp>
      <p:pic>
        <p:nvPicPr>
          <p:cNvPr id="13" name="Picture 12">
            <a:extLst>
              <a:ext uri="{FF2B5EF4-FFF2-40B4-BE49-F238E27FC236}">
                <a16:creationId xmlns:a16="http://schemas.microsoft.com/office/drawing/2014/main" id="{BA6E37E8-E0A2-39AB-2697-F16293F55A3E}"/>
              </a:ext>
            </a:extLst>
          </p:cNvPr>
          <p:cNvPicPr>
            <a:picLocks noChangeAspect="1"/>
          </p:cNvPicPr>
          <p:nvPr/>
        </p:nvPicPr>
        <p:blipFill>
          <a:blip r:embed="rId3"/>
          <a:stretch>
            <a:fillRect/>
          </a:stretch>
        </p:blipFill>
        <p:spPr>
          <a:xfrm>
            <a:off x="5075786" y="4107691"/>
            <a:ext cx="5271966" cy="2683910"/>
          </a:xfrm>
          <a:prstGeom prst="rect">
            <a:avLst/>
          </a:prstGeom>
        </p:spPr>
      </p:pic>
    </p:spTree>
    <p:extLst>
      <p:ext uri="{BB962C8B-B14F-4D97-AF65-F5344CB8AC3E}">
        <p14:creationId xmlns:p14="http://schemas.microsoft.com/office/powerpoint/2010/main" val="6957598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6DA4F-3FF2-1EC1-D69D-A711ABC7CBA1}"/>
              </a:ext>
            </a:extLst>
          </p:cNvPr>
          <p:cNvSpPr>
            <a:spLocks noGrp="1"/>
          </p:cNvSpPr>
          <p:nvPr>
            <p:ph type="title"/>
          </p:nvPr>
        </p:nvSpPr>
        <p:spPr>
          <a:xfrm>
            <a:off x="1078992" y="365760"/>
            <a:ext cx="10506456" cy="1012466"/>
          </a:xfrm>
        </p:spPr>
        <p:txBody>
          <a:bodyPr/>
          <a:lstStyle/>
          <a:p>
            <a:r>
              <a:rPr lang="en-ZA" dirty="0"/>
              <a:t>Remote Access</a:t>
            </a:r>
          </a:p>
        </p:txBody>
      </p:sp>
      <p:sp>
        <p:nvSpPr>
          <p:cNvPr id="3" name="Content Placeholder 2">
            <a:extLst>
              <a:ext uri="{FF2B5EF4-FFF2-40B4-BE49-F238E27FC236}">
                <a16:creationId xmlns:a16="http://schemas.microsoft.com/office/drawing/2014/main" id="{D27680BA-D7A3-D83E-2F48-C63D1BEE0542}"/>
              </a:ext>
            </a:extLst>
          </p:cNvPr>
          <p:cNvSpPr>
            <a:spLocks noGrp="1"/>
          </p:cNvSpPr>
          <p:nvPr>
            <p:ph sz="half" idx="1"/>
          </p:nvPr>
        </p:nvSpPr>
        <p:spPr>
          <a:xfrm>
            <a:off x="1097279" y="1920240"/>
            <a:ext cx="4783767" cy="3672177"/>
          </a:xfrm>
        </p:spPr>
        <p:txBody>
          <a:bodyPr>
            <a:normAutofit/>
          </a:bodyPr>
          <a:lstStyle/>
          <a:p>
            <a:r>
              <a:rPr lang="en-GB" dirty="0"/>
              <a:t>Azure Bastion for secure RDP connections</a:t>
            </a:r>
          </a:p>
          <a:p>
            <a:endParaRPr lang="en-GB" dirty="0"/>
          </a:p>
          <a:p>
            <a:r>
              <a:rPr lang="en-GB" dirty="0"/>
              <a:t>Azure Virtual Desktop (AVD) host pool</a:t>
            </a:r>
          </a:p>
          <a:p>
            <a:endParaRPr lang="en-GB" dirty="0"/>
          </a:p>
          <a:p>
            <a:r>
              <a:rPr lang="en-GB" dirty="0"/>
              <a:t>Students and lecturers can access Windows desktop from anywhere</a:t>
            </a:r>
          </a:p>
          <a:p>
            <a:endParaRPr lang="en-GB" dirty="0"/>
          </a:p>
          <a:p>
            <a:r>
              <a:rPr lang="en-GB" dirty="0"/>
              <a:t>No public IP exposure for management</a:t>
            </a:r>
            <a:endParaRPr lang="en-ZA" dirty="0"/>
          </a:p>
        </p:txBody>
      </p:sp>
      <p:pic>
        <p:nvPicPr>
          <p:cNvPr id="7" name="Content Placeholder 6">
            <a:extLst>
              <a:ext uri="{FF2B5EF4-FFF2-40B4-BE49-F238E27FC236}">
                <a16:creationId xmlns:a16="http://schemas.microsoft.com/office/drawing/2014/main" id="{5072DCB6-02B7-26CB-5D2E-DD34710C3B28}"/>
              </a:ext>
            </a:extLst>
          </p:cNvPr>
          <p:cNvPicPr>
            <a:picLocks noGrp="1" noChangeAspect="1"/>
          </p:cNvPicPr>
          <p:nvPr>
            <p:ph sz="half" idx="2"/>
          </p:nvPr>
        </p:nvPicPr>
        <p:blipFill>
          <a:blip r:embed="rId2"/>
          <a:stretch>
            <a:fillRect/>
          </a:stretch>
        </p:blipFill>
        <p:spPr>
          <a:xfrm>
            <a:off x="5925683" y="365760"/>
            <a:ext cx="5659765" cy="1835426"/>
          </a:xfrm>
          <a:prstGeom prst="rect">
            <a:avLst/>
          </a:prstGeom>
        </p:spPr>
      </p:pic>
      <p:sp>
        <p:nvSpPr>
          <p:cNvPr id="5" name="Slide Number Placeholder 4">
            <a:extLst>
              <a:ext uri="{FF2B5EF4-FFF2-40B4-BE49-F238E27FC236}">
                <a16:creationId xmlns:a16="http://schemas.microsoft.com/office/drawing/2014/main" id="{8C677C3F-B36D-B3BA-6B1F-F9B78BE0AA71}"/>
              </a:ext>
            </a:extLst>
          </p:cNvPr>
          <p:cNvSpPr>
            <a:spLocks noGrp="1"/>
          </p:cNvSpPr>
          <p:nvPr>
            <p:ph type="sldNum" sz="quarter" idx="12"/>
          </p:nvPr>
        </p:nvSpPr>
        <p:spPr/>
        <p:txBody>
          <a:bodyPr/>
          <a:lstStyle/>
          <a:p>
            <a:fld id="{CBD12358-51D2-46B3-9BDE-DF29528B9454}" type="slidenum">
              <a:rPr lang="en-US" smtClean="0"/>
              <a:t>17</a:t>
            </a:fld>
            <a:endParaRPr lang="en-US" dirty="0"/>
          </a:p>
        </p:txBody>
      </p:sp>
      <p:pic>
        <p:nvPicPr>
          <p:cNvPr id="9" name="Picture 8">
            <a:extLst>
              <a:ext uri="{FF2B5EF4-FFF2-40B4-BE49-F238E27FC236}">
                <a16:creationId xmlns:a16="http://schemas.microsoft.com/office/drawing/2014/main" id="{EA3AFC49-748C-6C75-EFEA-BD5E5E4844BE}"/>
              </a:ext>
            </a:extLst>
          </p:cNvPr>
          <p:cNvPicPr>
            <a:picLocks noChangeAspect="1"/>
          </p:cNvPicPr>
          <p:nvPr/>
        </p:nvPicPr>
        <p:blipFill>
          <a:blip r:embed="rId3"/>
          <a:stretch>
            <a:fillRect/>
          </a:stretch>
        </p:blipFill>
        <p:spPr>
          <a:xfrm>
            <a:off x="6594663" y="2423353"/>
            <a:ext cx="4990785" cy="4253948"/>
          </a:xfrm>
          <a:prstGeom prst="rect">
            <a:avLst/>
          </a:prstGeom>
        </p:spPr>
      </p:pic>
    </p:spTree>
    <p:extLst>
      <p:ext uri="{BB962C8B-B14F-4D97-AF65-F5344CB8AC3E}">
        <p14:creationId xmlns:p14="http://schemas.microsoft.com/office/powerpoint/2010/main" val="22303247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88887-D2A2-7EA1-164E-8D03C2A83A14}"/>
              </a:ext>
            </a:extLst>
          </p:cNvPr>
          <p:cNvSpPr>
            <a:spLocks noGrp="1"/>
          </p:cNvSpPr>
          <p:nvPr>
            <p:ph type="title"/>
          </p:nvPr>
        </p:nvSpPr>
        <p:spPr>
          <a:xfrm>
            <a:off x="435707" y="424131"/>
            <a:ext cx="10506456" cy="825351"/>
          </a:xfrm>
        </p:spPr>
        <p:txBody>
          <a:bodyPr/>
          <a:lstStyle/>
          <a:p>
            <a:r>
              <a:rPr lang="en-ZA" dirty="0"/>
              <a:t>Testing &amp; Monitoring</a:t>
            </a:r>
          </a:p>
        </p:txBody>
      </p:sp>
      <p:sp>
        <p:nvSpPr>
          <p:cNvPr id="3" name="Content Placeholder 2">
            <a:extLst>
              <a:ext uri="{FF2B5EF4-FFF2-40B4-BE49-F238E27FC236}">
                <a16:creationId xmlns:a16="http://schemas.microsoft.com/office/drawing/2014/main" id="{24844E48-932D-FE38-635D-2B43F20C2E21}"/>
              </a:ext>
            </a:extLst>
          </p:cNvPr>
          <p:cNvSpPr>
            <a:spLocks noGrp="1"/>
          </p:cNvSpPr>
          <p:nvPr>
            <p:ph sz="half" idx="1"/>
          </p:nvPr>
        </p:nvSpPr>
        <p:spPr>
          <a:xfrm>
            <a:off x="265043" y="1397414"/>
            <a:ext cx="4998720" cy="3505890"/>
          </a:xfrm>
        </p:spPr>
        <p:txBody>
          <a:bodyPr>
            <a:normAutofit/>
          </a:bodyPr>
          <a:lstStyle/>
          <a:p>
            <a:pPr marL="342900" indent="-342900">
              <a:buFont typeface="Wingdings" panose="05000000000000000000" pitchFamily="2" charset="2"/>
              <a:buChar char="§"/>
            </a:pPr>
            <a:r>
              <a:rPr lang="en-GB" dirty="0"/>
              <a:t>All components tested and operational</a:t>
            </a:r>
          </a:p>
          <a:p>
            <a:pPr marL="342900" indent="-342900">
              <a:buFont typeface="Wingdings" panose="05000000000000000000" pitchFamily="2" charset="2"/>
              <a:buChar char="§"/>
            </a:pPr>
            <a:endParaRPr lang="en-GB" dirty="0"/>
          </a:p>
          <a:p>
            <a:pPr marL="342900" indent="-342900">
              <a:buFont typeface="Wingdings" panose="05000000000000000000" pitchFamily="2" charset="2"/>
              <a:buChar char="§"/>
            </a:pPr>
            <a:r>
              <a:rPr lang="en-GB" dirty="0"/>
              <a:t>Azure Monitor tracks CPU usage and transactions</a:t>
            </a:r>
          </a:p>
          <a:p>
            <a:pPr marL="342900" indent="-342900">
              <a:buFont typeface="Wingdings" panose="05000000000000000000" pitchFamily="2" charset="2"/>
              <a:buChar char="§"/>
            </a:pPr>
            <a:endParaRPr lang="en-GB" dirty="0"/>
          </a:p>
          <a:p>
            <a:pPr marL="342900" indent="-342900">
              <a:buFont typeface="Wingdings" panose="05000000000000000000" pitchFamily="2" charset="2"/>
              <a:buChar char="§"/>
            </a:pPr>
            <a:r>
              <a:rPr lang="en-GB" dirty="0"/>
              <a:t>VM CPU usage: &lt; 50% average</a:t>
            </a:r>
          </a:p>
          <a:p>
            <a:pPr marL="342900" indent="-342900">
              <a:buFont typeface="Wingdings" panose="05000000000000000000" pitchFamily="2" charset="2"/>
              <a:buChar char="§"/>
            </a:pPr>
            <a:endParaRPr lang="en-GB" dirty="0"/>
          </a:p>
          <a:p>
            <a:pPr marL="342900" indent="-342900">
              <a:buFont typeface="Wingdings" panose="05000000000000000000" pitchFamily="2" charset="2"/>
              <a:buChar char="§"/>
            </a:pPr>
            <a:r>
              <a:rPr lang="en-GB" dirty="0"/>
              <a:t>Storage transactions: Successful with no errors</a:t>
            </a:r>
            <a:endParaRPr lang="en-ZA" dirty="0"/>
          </a:p>
        </p:txBody>
      </p:sp>
      <p:pic>
        <p:nvPicPr>
          <p:cNvPr id="7" name="Content Placeholder 6">
            <a:extLst>
              <a:ext uri="{FF2B5EF4-FFF2-40B4-BE49-F238E27FC236}">
                <a16:creationId xmlns:a16="http://schemas.microsoft.com/office/drawing/2014/main" id="{9ECCB41E-FD7F-A91C-1F5A-45FC41F124D8}"/>
              </a:ext>
            </a:extLst>
          </p:cNvPr>
          <p:cNvPicPr>
            <a:picLocks noGrp="1" noChangeAspect="1"/>
          </p:cNvPicPr>
          <p:nvPr>
            <p:ph sz="half" idx="2"/>
          </p:nvPr>
        </p:nvPicPr>
        <p:blipFill>
          <a:blip r:embed="rId3"/>
          <a:srcRect r="29038"/>
          <a:stretch>
            <a:fillRect/>
          </a:stretch>
        </p:blipFill>
        <p:spPr>
          <a:xfrm>
            <a:off x="6503066" y="673487"/>
            <a:ext cx="5082382" cy="2744515"/>
          </a:xfrm>
          <a:prstGeom prst="rect">
            <a:avLst/>
          </a:prstGeom>
        </p:spPr>
      </p:pic>
      <p:sp>
        <p:nvSpPr>
          <p:cNvPr id="5" name="Slide Number Placeholder 4">
            <a:extLst>
              <a:ext uri="{FF2B5EF4-FFF2-40B4-BE49-F238E27FC236}">
                <a16:creationId xmlns:a16="http://schemas.microsoft.com/office/drawing/2014/main" id="{3827B26A-BFEB-1ED1-BBCC-AC77AE0FEB92}"/>
              </a:ext>
            </a:extLst>
          </p:cNvPr>
          <p:cNvSpPr>
            <a:spLocks noGrp="1"/>
          </p:cNvSpPr>
          <p:nvPr>
            <p:ph type="sldNum" sz="quarter" idx="12"/>
          </p:nvPr>
        </p:nvSpPr>
        <p:spPr/>
        <p:txBody>
          <a:bodyPr/>
          <a:lstStyle/>
          <a:p>
            <a:fld id="{CBD12358-51D2-46B3-9BDE-DF29528B9454}" type="slidenum">
              <a:rPr lang="en-US" smtClean="0"/>
              <a:t>18</a:t>
            </a:fld>
            <a:endParaRPr lang="en-US" dirty="0"/>
          </a:p>
        </p:txBody>
      </p:sp>
      <p:pic>
        <p:nvPicPr>
          <p:cNvPr id="9" name="Picture 8">
            <a:extLst>
              <a:ext uri="{FF2B5EF4-FFF2-40B4-BE49-F238E27FC236}">
                <a16:creationId xmlns:a16="http://schemas.microsoft.com/office/drawing/2014/main" id="{C401AEC6-1BFC-A107-501A-547969D99C67}"/>
              </a:ext>
            </a:extLst>
          </p:cNvPr>
          <p:cNvPicPr>
            <a:picLocks noChangeAspect="1"/>
          </p:cNvPicPr>
          <p:nvPr/>
        </p:nvPicPr>
        <p:blipFill>
          <a:blip r:embed="rId4"/>
          <a:stretch>
            <a:fillRect/>
          </a:stretch>
        </p:blipFill>
        <p:spPr>
          <a:xfrm>
            <a:off x="4916557" y="3565934"/>
            <a:ext cx="6668891" cy="3048836"/>
          </a:xfrm>
          <a:prstGeom prst="rect">
            <a:avLst/>
          </a:prstGeom>
        </p:spPr>
      </p:pic>
    </p:spTree>
    <p:extLst>
      <p:ext uri="{BB962C8B-B14F-4D97-AF65-F5344CB8AC3E}">
        <p14:creationId xmlns:p14="http://schemas.microsoft.com/office/powerpoint/2010/main" val="10898276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19200000" scaled="0"/>
        </a:gradFill>
        <a:effectLst/>
      </p:bgPr>
    </p:bg>
    <p:spTree>
      <p:nvGrpSpPr>
        <p:cNvPr id="1" name="">
          <a:extLst>
            <a:ext uri="{FF2B5EF4-FFF2-40B4-BE49-F238E27FC236}">
              <a16:creationId xmlns:a16="http://schemas.microsoft.com/office/drawing/2014/main" id="{29E04AB8-1FD4-D8E5-2623-93B5928E22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79B93C-A496-DA9F-CB19-563EF545D5A1}"/>
              </a:ext>
            </a:extLst>
          </p:cNvPr>
          <p:cNvSpPr>
            <a:spLocks noGrp="1"/>
          </p:cNvSpPr>
          <p:nvPr>
            <p:ph type="title"/>
          </p:nvPr>
        </p:nvSpPr>
        <p:spPr>
          <a:xfrm>
            <a:off x="1078992" y="365760"/>
            <a:ext cx="10277856" cy="1655064"/>
          </a:xfrm>
          <a:noFill/>
        </p:spPr>
        <p:txBody>
          <a:bodyPr anchor="b">
            <a:noAutofit/>
          </a:bodyPr>
          <a:lstStyle/>
          <a:p>
            <a:r>
              <a:rPr lang="en-ZA" dirty="0"/>
              <a:t>Remote Access</a:t>
            </a:r>
            <a:endParaRPr lang="en-US" dirty="0"/>
          </a:p>
        </p:txBody>
      </p:sp>
      <p:sp>
        <p:nvSpPr>
          <p:cNvPr id="3" name="Content Placeholder 2">
            <a:extLst>
              <a:ext uri="{FF2B5EF4-FFF2-40B4-BE49-F238E27FC236}">
                <a16:creationId xmlns:a16="http://schemas.microsoft.com/office/drawing/2014/main" id="{219D0B8B-4412-04AB-4FAF-512DCD2C43BF}"/>
              </a:ext>
            </a:extLst>
          </p:cNvPr>
          <p:cNvSpPr>
            <a:spLocks noGrp="1"/>
          </p:cNvSpPr>
          <p:nvPr>
            <p:ph idx="1"/>
          </p:nvPr>
        </p:nvSpPr>
        <p:spPr>
          <a:xfrm>
            <a:off x="3575304" y="2313432"/>
            <a:ext cx="6327648" cy="3218688"/>
          </a:xfrm>
          <a:noFill/>
        </p:spPr>
        <p:txBody>
          <a:bodyPr>
            <a:noAutofit/>
          </a:bodyPr>
          <a:lstStyle/>
          <a:p>
            <a:pPr marL="342900" indent="-342900">
              <a:buFont typeface="Wingdings" panose="05000000000000000000" pitchFamily="2" charset="2"/>
              <a:buChar char="§"/>
            </a:pPr>
            <a:r>
              <a:rPr lang="en-GB" dirty="0"/>
              <a:t>Azure Bastion for secure RDP connections</a:t>
            </a:r>
          </a:p>
          <a:p>
            <a:pPr marL="342900" indent="-342900">
              <a:buFont typeface="Wingdings" panose="05000000000000000000" pitchFamily="2" charset="2"/>
              <a:buChar char="§"/>
            </a:pPr>
            <a:r>
              <a:rPr lang="en-GB" dirty="0"/>
              <a:t>Azure Virtual Desktop (AVD) host pool</a:t>
            </a:r>
          </a:p>
          <a:p>
            <a:pPr marL="342900" indent="-342900">
              <a:buFont typeface="Wingdings" panose="05000000000000000000" pitchFamily="2" charset="2"/>
              <a:buChar char="§"/>
            </a:pPr>
            <a:r>
              <a:rPr lang="en-GB" dirty="0"/>
              <a:t>Students and lecturers can access Windows desktop from anywhere</a:t>
            </a:r>
          </a:p>
          <a:p>
            <a:pPr marL="342900" indent="-342900">
              <a:buFont typeface="Wingdings" panose="05000000000000000000" pitchFamily="2" charset="2"/>
              <a:buChar char="§"/>
            </a:pPr>
            <a:r>
              <a:rPr lang="en-GB" dirty="0"/>
              <a:t>No public IP exposure for management</a:t>
            </a:r>
          </a:p>
          <a:p>
            <a:endParaRPr lang="en-US" dirty="0"/>
          </a:p>
        </p:txBody>
      </p:sp>
      <p:sp>
        <p:nvSpPr>
          <p:cNvPr id="10" name="Slide Number Placeholder 9">
            <a:extLst>
              <a:ext uri="{FF2B5EF4-FFF2-40B4-BE49-F238E27FC236}">
                <a16:creationId xmlns:a16="http://schemas.microsoft.com/office/drawing/2014/main" id="{FD4AE737-0CCC-AD07-FE09-39F0BE118964}"/>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19</a:t>
            </a:fld>
            <a:endParaRPr lang="en-US" dirty="0"/>
          </a:p>
        </p:txBody>
      </p:sp>
    </p:spTree>
    <p:extLst>
      <p:ext uri="{BB962C8B-B14F-4D97-AF65-F5344CB8AC3E}">
        <p14:creationId xmlns:p14="http://schemas.microsoft.com/office/powerpoint/2010/main" val="17776825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D75F1-62BC-CCF3-FFD7-C39CB20EF0D9}"/>
              </a:ext>
            </a:extLst>
          </p:cNvPr>
          <p:cNvSpPr>
            <a:spLocks noGrp="1"/>
          </p:cNvSpPr>
          <p:nvPr>
            <p:ph type="title"/>
          </p:nvPr>
        </p:nvSpPr>
        <p:spPr>
          <a:xfrm>
            <a:off x="1078992" y="365760"/>
            <a:ext cx="10277856" cy="826936"/>
          </a:xfrm>
        </p:spPr>
        <p:txBody>
          <a:bodyPr/>
          <a:lstStyle/>
          <a:p>
            <a:r>
              <a:rPr lang="en-ZA" dirty="0"/>
              <a:t>Lessons Learned</a:t>
            </a:r>
          </a:p>
        </p:txBody>
      </p:sp>
      <p:sp>
        <p:nvSpPr>
          <p:cNvPr id="3" name="Content Placeholder 2">
            <a:extLst>
              <a:ext uri="{FF2B5EF4-FFF2-40B4-BE49-F238E27FC236}">
                <a16:creationId xmlns:a16="http://schemas.microsoft.com/office/drawing/2014/main" id="{2102C42F-A65D-E86E-0DBC-B96B6120A06B}"/>
              </a:ext>
            </a:extLst>
          </p:cNvPr>
          <p:cNvSpPr>
            <a:spLocks noGrp="1"/>
          </p:cNvSpPr>
          <p:nvPr>
            <p:ph idx="1"/>
          </p:nvPr>
        </p:nvSpPr>
        <p:spPr>
          <a:xfrm>
            <a:off x="1802296" y="1630017"/>
            <a:ext cx="5375744" cy="4386735"/>
          </a:xfrm>
        </p:spPr>
        <p:txBody>
          <a:bodyPr>
            <a:normAutofit lnSpcReduction="10000"/>
          </a:bodyPr>
          <a:lstStyle/>
          <a:p>
            <a:r>
              <a:rPr lang="en-GB" b="1" dirty="0"/>
              <a:t>What we learned:</a:t>
            </a:r>
          </a:p>
          <a:p>
            <a:endParaRPr lang="en-GB" dirty="0"/>
          </a:p>
          <a:p>
            <a:pPr marL="342900" indent="-342900">
              <a:buFont typeface="Courier New" panose="02070309020205020404" pitchFamily="49" charset="0"/>
              <a:buChar char="o"/>
            </a:pPr>
            <a:r>
              <a:rPr lang="en-GB" dirty="0"/>
              <a:t>Cloud infrastructure requires careful planning</a:t>
            </a:r>
          </a:p>
          <a:p>
            <a:pPr marL="342900" indent="-342900">
              <a:buFont typeface="Courier New" panose="02070309020205020404" pitchFamily="49" charset="0"/>
              <a:buChar char="o"/>
            </a:pPr>
            <a:endParaRPr lang="en-GB" dirty="0"/>
          </a:p>
          <a:p>
            <a:pPr marL="342900" indent="-342900">
              <a:buFont typeface="Courier New" panose="02070309020205020404" pitchFamily="49" charset="0"/>
              <a:buChar char="o"/>
            </a:pPr>
            <a:r>
              <a:rPr lang="en-GB" dirty="0"/>
              <a:t>Networking and security are critical</a:t>
            </a:r>
          </a:p>
          <a:p>
            <a:pPr marL="342900" indent="-342900">
              <a:buFont typeface="Courier New" panose="02070309020205020404" pitchFamily="49" charset="0"/>
              <a:buChar char="o"/>
            </a:pPr>
            <a:endParaRPr lang="en-GB" dirty="0"/>
          </a:p>
          <a:p>
            <a:pPr marL="342900" indent="-342900">
              <a:buFont typeface="Courier New" panose="02070309020205020404" pitchFamily="49" charset="0"/>
              <a:buChar char="o"/>
            </a:pPr>
            <a:r>
              <a:rPr lang="en-GB" dirty="0"/>
              <a:t>RBAC enforces least privilege</a:t>
            </a:r>
          </a:p>
          <a:p>
            <a:pPr marL="342900" indent="-342900">
              <a:buFont typeface="Courier New" panose="02070309020205020404" pitchFamily="49" charset="0"/>
              <a:buChar char="o"/>
            </a:pPr>
            <a:endParaRPr lang="en-GB" dirty="0"/>
          </a:p>
          <a:p>
            <a:pPr marL="342900" indent="-342900">
              <a:buFont typeface="Courier New" panose="02070309020205020404" pitchFamily="49" charset="0"/>
              <a:buChar char="o"/>
            </a:pPr>
            <a:r>
              <a:rPr lang="en-GB" dirty="0"/>
              <a:t>Remote access solutions work reliably</a:t>
            </a:r>
          </a:p>
          <a:p>
            <a:pPr marL="342900" indent="-342900">
              <a:buFont typeface="Courier New" panose="02070309020205020404" pitchFamily="49" charset="0"/>
              <a:buChar char="o"/>
            </a:pPr>
            <a:endParaRPr lang="en-GB" dirty="0"/>
          </a:p>
          <a:p>
            <a:pPr marL="342900" indent="-342900">
              <a:buFont typeface="Courier New" panose="02070309020205020404" pitchFamily="49" charset="0"/>
              <a:buChar char="o"/>
            </a:pPr>
            <a:r>
              <a:rPr lang="en-GB" dirty="0"/>
              <a:t>Monitoring is essential for performance</a:t>
            </a:r>
            <a:endParaRPr lang="en-ZA" dirty="0"/>
          </a:p>
        </p:txBody>
      </p:sp>
      <p:sp>
        <p:nvSpPr>
          <p:cNvPr id="4" name="Content Placeholder 3">
            <a:extLst>
              <a:ext uri="{FF2B5EF4-FFF2-40B4-BE49-F238E27FC236}">
                <a16:creationId xmlns:a16="http://schemas.microsoft.com/office/drawing/2014/main" id="{3AA0F99D-18E8-015B-F1A9-5F32EEAB7396}"/>
              </a:ext>
            </a:extLst>
          </p:cNvPr>
          <p:cNvSpPr>
            <a:spLocks noGrp="1"/>
          </p:cNvSpPr>
          <p:nvPr>
            <p:ph idx="13"/>
          </p:nvPr>
        </p:nvSpPr>
        <p:spPr>
          <a:xfrm>
            <a:off x="7474226" y="1630016"/>
            <a:ext cx="3882622" cy="4386735"/>
          </a:xfrm>
        </p:spPr>
        <p:txBody>
          <a:bodyPr>
            <a:normAutofit/>
          </a:bodyPr>
          <a:lstStyle/>
          <a:p>
            <a:r>
              <a:rPr lang="en-GB" b="1" dirty="0"/>
              <a:t>Challenges faced:</a:t>
            </a:r>
          </a:p>
          <a:p>
            <a:endParaRPr lang="en-GB" dirty="0"/>
          </a:p>
          <a:p>
            <a:pPr marL="342900" indent="-342900">
              <a:buFont typeface="Wingdings" panose="05000000000000000000" pitchFamily="2" charset="2"/>
              <a:buChar char="§"/>
            </a:pPr>
            <a:r>
              <a:rPr lang="en-GB" dirty="0"/>
              <a:t>AVD web client consent errors (resolved with direct RDP)</a:t>
            </a:r>
          </a:p>
          <a:p>
            <a:pPr marL="342900" indent="-342900">
              <a:buFont typeface="Wingdings" panose="05000000000000000000" pitchFamily="2" charset="2"/>
              <a:buChar char="§"/>
            </a:pPr>
            <a:endParaRPr lang="en-GB" dirty="0"/>
          </a:p>
          <a:p>
            <a:pPr marL="342900" indent="-342900">
              <a:buFont typeface="Wingdings" panose="05000000000000000000" pitchFamily="2" charset="2"/>
              <a:buChar char="§"/>
            </a:pPr>
            <a:r>
              <a:rPr lang="en-GB" dirty="0"/>
              <a:t>Bastion permission issues (proves security works)</a:t>
            </a:r>
          </a:p>
          <a:p>
            <a:pPr marL="342900" indent="-342900">
              <a:buFont typeface="Wingdings" panose="05000000000000000000" pitchFamily="2" charset="2"/>
              <a:buChar char="§"/>
            </a:pPr>
            <a:endParaRPr lang="en-GB" dirty="0"/>
          </a:p>
          <a:p>
            <a:pPr marL="342900" indent="-342900">
              <a:buFont typeface="Wingdings" panose="05000000000000000000" pitchFamily="2" charset="2"/>
              <a:buChar char="§"/>
            </a:pPr>
            <a:r>
              <a:rPr lang="en-GB" dirty="0"/>
              <a:t>Storage account naming conflicts (resolved with unique names)</a:t>
            </a:r>
            <a:endParaRPr lang="en-ZA" dirty="0"/>
          </a:p>
        </p:txBody>
      </p:sp>
      <p:sp>
        <p:nvSpPr>
          <p:cNvPr id="5" name="Slide Number Placeholder 4">
            <a:extLst>
              <a:ext uri="{FF2B5EF4-FFF2-40B4-BE49-F238E27FC236}">
                <a16:creationId xmlns:a16="http://schemas.microsoft.com/office/drawing/2014/main" id="{C28205BE-6042-7303-87EB-9C03D39CF3BD}"/>
              </a:ext>
            </a:extLst>
          </p:cNvPr>
          <p:cNvSpPr>
            <a:spLocks noGrp="1"/>
          </p:cNvSpPr>
          <p:nvPr>
            <p:ph type="sldNum" sz="quarter" idx="12"/>
          </p:nvPr>
        </p:nvSpPr>
        <p:spPr/>
        <p:txBody>
          <a:bodyPr/>
          <a:lstStyle/>
          <a:p>
            <a:fld id="{CBD12358-51D2-46B3-9BDE-DF29528B9454}" type="slidenum">
              <a:rPr lang="en-US" smtClean="0"/>
              <a:t>20</a:t>
            </a:fld>
            <a:endParaRPr lang="en-US" dirty="0"/>
          </a:p>
        </p:txBody>
      </p:sp>
    </p:spTree>
    <p:extLst>
      <p:ext uri="{BB962C8B-B14F-4D97-AF65-F5344CB8AC3E}">
        <p14:creationId xmlns:p14="http://schemas.microsoft.com/office/powerpoint/2010/main" val="8892038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0034E89-1952-5288-08A0-70A4A73BE39E}"/>
              </a:ext>
            </a:extLst>
          </p:cNvPr>
          <p:cNvSpPr>
            <a:spLocks noGrp="1"/>
          </p:cNvSpPr>
          <p:nvPr>
            <p:ph type="ctrTitle"/>
          </p:nvPr>
        </p:nvSpPr>
        <p:spPr>
          <a:xfrm>
            <a:off x="612648" y="1600200"/>
            <a:ext cx="10991088" cy="3657600"/>
          </a:xfrm>
          <a:noFill/>
        </p:spPr>
        <p:txBody>
          <a:bodyPr anchor="ctr">
            <a:noAutofit/>
          </a:bodyPr>
          <a:lstStyle/>
          <a:p>
            <a:r>
              <a:rPr lang="en-US" dirty="0"/>
              <a:t>LIVE DEMO</a:t>
            </a:r>
          </a:p>
        </p:txBody>
      </p:sp>
    </p:spTree>
    <p:extLst>
      <p:ext uri="{BB962C8B-B14F-4D97-AF65-F5344CB8AC3E}">
        <p14:creationId xmlns:p14="http://schemas.microsoft.com/office/powerpoint/2010/main" val="30580855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2A0D7AA-8A21-B977-56ED-94406F29957C}"/>
              </a:ext>
            </a:extLst>
          </p:cNvPr>
          <p:cNvSpPr>
            <a:spLocks noGrp="1"/>
          </p:cNvSpPr>
          <p:nvPr>
            <p:ph type="ctrTitle"/>
          </p:nvPr>
        </p:nvSpPr>
        <p:spPr>
          <a:xfrm>
            <a:off x="961577" y="1219200"/>
            <a:ext cx="7002980" cy="2044276"/>
          </a:xfrm>
          <a:noFill/>
        </p:spPr>
        <p:txBody>
          <a:bodyPr anchor="b">
            <a:noAutofit/>
          </a:bodyPr>
          <a:lstStyle/>
          <a:p>
            <a:r>
              <a:rPr lang="en-US" sz="9600" dirty="0"/>
              <a:t>THANK YOU</a:t>
            </a:r>
          </a:p>
        </p:txBody>
      </p:sp>
    </p:spTree>
    <p:extLst>
      <p:ext uri="{BB962C8B-B14F-4D97-AF65-F5344CB8AC3E}">
        <p14:creationId xmlns:p14="http://schemas.microsoft.com/office/powerpoint/2010/main" val="3751616652"/>
      </p:ext>
    </p:extLst>
  </p:cSld>
  <p:clrMapOvr>
    <a:masterClrMapping/>
  </p:clrMapOvr>
</p:sld>
</file>

<file path=ppt/theme/theme1.xml><?xml version="1.0" encoding="utf-8"?>
<a:theme xmlns:a="http://schemas.openxmlformats.org/drawingml/2006/main" name="Custom">
  <a:themeElements>
    <a:clrScheme name="Blue spheres">
      <a:dk1>
        <a:srgbClr val="000000"/>
      </a:dk1>
      <a:lt1>
        <a:srgbClr val="FFFFFF"/>
      </a:lt1>
      <a:dk2>
        <a:srgbClr val="E3E7ED"/>
      </a:dk2>
      <a:lt2>
        <a:srgbClr val="E8E8E8"/>
      </a:lt2>
      <a:accent1>
        <a:srgbClr val="7673F7"/>
      </a:accent1>
      <a:accent2>
        <a:srgbClr val="B8C2FD"/>
      </a:accent2>
      <a:accent3>
        <a:srgbClr val="DFE3FC"/>
      </a:accent3>
      <a:accent4>
        <a:srgbClr val="55B3FD"/>
      </a:accent4>
      <a:accent5>
        <a:srgbClr val="99F7F7"/>
      </a:accent5>
      <a:accent6>
        <a:srgbClr val="FEE43F"/>
      </a:accent6>
      <a:hlink>
        <a:srgbClr val="467886"/>
      </a:hlink>
      <a:folHlink>
        <a:srgbClr val="96607D"/>
      </a:folHlink>
    </a:clrScheme>
    <a:fontScheme name="Custom 23">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34076243_win32_CP_V3" id="{81AB0711-29F9-49D0-8A73-16AF25FD4C08}" vid="{D5AD44AB-53B9-4654-A4F8-1821A28F277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9" ma:contentTypeDescription="Create a new document." ma:contentTypeScope="" ma:versionID="6a914531ae0f23be31da2eba1f3b42a9">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ae00154c9e66547f022c4923f88826d6"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Props1.xml><?xml version="1.0" encoding="utf-8"?>
<ds:datastoreItem xmlns:ds="http://schemas.openxmlformats.org/officeDocument/2006/customXml" ds:itemID="{567F3CB5-3475-4129-AB60-D0C937DE910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0C07E3D-60A7-4F4E-8208-D9CCD01982CB}">
  <ds:schemaRefs>
    <ds:schemaRef ds:uri="http://schemas.microsoft.com/sharepoint/v3/contenttype/forms"/>
  </ds:schemaRefs>
</ds:datastoreItem>
</file>

<file path=customXml/itemProps3.xml><?xml version="1.0" encoding="utf-8"?>
<ds:datastoreItem xmlns:ds="http://schemas.openxmlformats.org/officeDocument/2006/customXml" ds:itemID="{CEA9B47F-3DD8-4645-81DC-B88780643C07}">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Blue spheres presentation</Template>
  <TotalTime>749</TotalTime>
  <Words>929</Words>
  <Application>Microsoft Office PowerPoint</Application>
  <PresentationFormat>Widescreen</PresentationFormat>
  <Paragraphs>186</Paragraphs>
  <Slides>22</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Aptos</vt:lpstr>
      <vt:lpstr>Arial</vt:lpstr>
      <vt:lpstr>Calibri</vt:lpstr>
      <vt:lpstr>Courier New</vt:lpstr>
      <vt:lpstr>quote-cjk-patch</vt:lpstr>
      <vt:lpstr>Wingdings</vt:lpstr>
      <vt:lpstr>Custom</vt:lpstr>
      <vt:lpstr>CNA 361 AZURE PROJECT PRESENTATION</vt:lpstr>
      <vt:lpstr>AGENDA</vt:lpstr>
      <vt:lpstr>Problem Statement  How can Belgium Campus IT Varsity use cloud technology to enable remote learning, improve collaboration, and reduce IT costs while keeping student data secure?</vt:lpstr>
      <vt:lpstr>MILESTONE ONE</vt:lpstr>
      <vt:lpstr>MILESTONE 2</vt:lpstr>
      <vt:lpstr>MILESTONE 3</vt:lpstr>
      <vt:lpstr>MILESTONE 4</vt:lpstr>
      <vt:lpstr>MILESTONE 5</vt:lpstr>
      <vt:lpstr>Solution Overview  We built a cloud solution on Microsoft Azure that students can access remotely to run applications and submit assignments. Lecturers can upload course materials and manage submissions, while file shares allow group collaboration with proper security controls in place.</vt:lpstr>
      <vt:lpstr>Architecture diagram</vt:lpstr>
      <vt:lpstr>Cloud Architecture</vt:lpstr>
      <vt:lpstr>Network Configuration</vt:lpstr>
      <vt:lpstr>Compute Resources</vt:lpstr>
      <vt:lpstr>Storage and Collaboration</vt:lpstr>
      <vt:lpstr>Security and Access Control</vt:lpstr>
      <vt:lpstr>Data Protection</vt:lpstr>
      <vt:lpstr>Remote Access</vt:lpstr>
      <vt:lpstr>Testing &amp; Monitoring</vt:lpstr>
      <vt:lpstr>Remote Access</vt:lpstr>
      <vt:lpstr>Lessons Learned</vt:lpstr>
      <vt:lpstr>LIVE DEMO</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Sicelo Mkhatshwa</dc:creator>
  <cp:lastModifiedBy>Sicelo Mkhatshwa</cp:lastModifiedBy>
  <cp:revision>1</cp:revision>
  <dcterms:created xsi:type="dcterms:W3CDTF">2026-04-29T13:34:17Z</dcterms:created>
  <dcterms:modified xsi:type="dcterms:W3CDTF">2026-05-04T19:38:51Z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